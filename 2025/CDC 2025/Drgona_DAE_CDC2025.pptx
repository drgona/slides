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4"/>
    <p:sldMasterId id="2147484007" r:id="rId5"/>
    <p:sldMasterId id="2147484050" r:id="rId6"/>
  </p:sldMasterIdLst>
  <p:notesMasterIdLst>
    <p:notesMasterId r:id="rId20"/>
  </p:notesMasterIdLst>
  <p:handoutMasterIdLst>
    <p:handoutMasterId r:id="rId21"/>
  </p:handoutMasterIdLst>
  <p:sldIdLst>
    <p:sldId id="769" r:id="rId7"/>
    <p:sldId id="1686" r:id="rId8"/>
    <p:sldId id="1705" r:id="rId9"/>
    <p:sldId id="1685" r:id="rId10"/>
    <p:sldId id="1704" r:id="rId11"/>
    <p:sldId id="1710" r:id="rId12"/>
    <p:sldId id="1678" r:id="rId13"/>
    <p:sldId id="1584" r:id="rId14"/>
    <p:sldId id="1709" r:id="rId15"/>
    <p:sldId id="1682" r:id="rId16"/>
    <p:sldId id="1581" r:id="rId17"/>
    <p:sldId id="1706" r:id="rId18"/>
    <p:sldId id="1587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7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270" userDrawn="1">
          <p15:clr>
            <a:srgbClr val="A4A3A4"/>
          </p15:clr>
        </p15:guide>
        <p15:guide id="6" orient="horz" pos="29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FDE"/>
    <a:srgbClr val="F1C400"/>
    <a:srgbClr val="A15A95"/>
    <a:srgbClr val="CF4520"/>
    <a:srgbClr val="092C74"/>
    <a:srgbClr val="E0E0E0"/>
    <a:srgbClr val="68ACE5"/>
    <a:srgbClr val="0072CE"/>
    <a:srgbClr val="009B77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6094" autoAdjust="0"/>
  </p:normalViewPr>
  <p:slideViewPr>
    <p:cSldViewPr snapToGrid="0" showGuides="1">
      <p:cViewPr varScale="1">
        <p:scale>
          <a:sx n="143" d="100"/>
          <a:sy n="143" d="100"/>
        </p:scale>
        <p:origin x="192" y="88"/>
      </p:cViewPr>
      <p:guideLst>
        <p:guide orient="horz" pos="1620"/>
        <p:guide pos="2880"/>
        <p:guide pos="5472"/>
        <p:guide pos="288"/>
        <p:guide orient="horz" pos="270"/>
        <p:guide orient="horz" pos="2988"/>
      </p:guideLst>
    </p:cSldViewPr>
  </p:slideViewPr>
  <p:outlineViewPr>
    <p:cViewPr>
      <p:scale>
        <a:sx n="33" d="100"/>
        <a:sy n="33" d="100"/>
      </p:scale>
      <p:origin x="0" y="-3289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gona, Jan" userId="8107277a-43fb-42e1-8aa0-684adf187181" providerId="ADAL" clId="{AFB3A8C3-A19A-45C2-BCF6-3169346EB374}"/>
    <pc:docChg chg="modSld">
      <pc:chgData name="Drgona, Jan" userId="8107277a-43fb-42e1-8aa0-684adf187181" providerId="ADAL" clId="{AFB3A8C3-A19A-45C2-BCF6-3169346EB374}" dt="2024-11-07T05:07:42.746" v="0" actId="729"/>
      <pc:docMkLst>
        <pc:docMk/>
      </pc:docMkLst>
      <pc:sldChg chg="mod modShow">
        <pc:chgData name="Drgona, Jan" userId="8107277a-43fb-42e1-8aa0-684adf187181" providerId="ADAL" clId="{AFB3A8C3-A19A-45C2-BCF6-3169346EB374}" dt="2024-11-07T05:07:42.746" v="0" actId="729"/>
        <pc:sldMkLst>
          <pc:docMk/>
          <pc:sldMk cId="2673599166" sldId="1531"/>
        </pc:sldMkLst>
      </pc:sldChg>
    </pc:docChg>
  </pc:docChgLst>
  <pc:docChgLst>
    <pc:chgData name="Drgona, Jan" userId="8107277a-43fb-42e1-8aa0-684adf187181" providerId="ADAL" clId="{299CA028-6463-4E89-A484-56532AB6C869}"/>
    <pc:docChg chg="undo custSel addSld modSld sldOrd">
      <pc:chgData name="Drgona, Jan" userId="8107277a-43fb-42e1-8aa0-684adf187181" providerId="ADAL" clId="{299CA028-6463-4E89-A484-56532AB6C869}" dt="2024-09-05T16:19:58.018" v="302" actId="14100"/>
      <pc:docMkLst>
        <pc:docMk/>
      </pc:docMkLst>
      <pc:sldChg chg="modSp add mod ord">
        <pc:chgData name="Drgona, Jan" userId="8107277a-43fb-42e1-8aa0-684adf187181" providerId="ADAL" clId="{299CA028-6463-4E89-A484-56532AB6C869}" dt="2024-09-05T16:04:41.035" v="283" actId="20577"/>
        <pc:sldMkLst>
          <pc:docMk/>
          <pc:sldMk cId="2673599166" sldId="1531"/>
        </pc:sldMkLst>
        <pc:spChg chg="mod">
          <ac:chgData name="Drgona, Jan" userId="8107277a-43fb-42e1-8aa0-684adf187181" providerId="ADAL" clId="{299CA028-6463-4E89-A484-56532AB6C869}" dt="2024-09-05T16:03:54.250" v="245"/>
          <ac:spMkLst>
            <pc:docMk/>
            <pc:sldMk cId="2673599166" sldId="1531"/>
            <ac:spMk id="2" creationId="{887473A6-D239-98EB-AD36-5F2FEB23153B}"/>
          </ac:spMkLst>
        </pc:spChg>
        <pc:spChg chg="mod">
          <ac:chgData name="Drgona, Jan" userId="8107277a-43fb-42e1-8aa0-684adf187181" providerId="ADAL" clId="{299CA028-6463-4E89-A484-56532AB6C869}" dt="2024-09-05T16:04:11.745" v="267" actId="20577"/>
          <ac:spMkLst>
            <pc:docMk/>
            <pc:sldMk cId="2673599166" sldId="1531"/>
            <ac:spMk id="7" creationId="{45127215-EE98-4689-AF10-0BED9331B992}"/>
          </ac:spMkLst>
        </pc:spChg>
        <pc:spChg chg="mod">
          <ac:chgData name="Drgona, Jan" userId="8107277a-43fb-42e1-8aa0-684adf187181" providerId="ADAL" clId="{299CA028-6463-4E89-A484-56532AB6C869}" dt="2024-09-05T16:04:41.035" v="283" actId="20577"/>
          <ac:spMkLst>
            <pc:docMk/>
            <pc:sldMk cId="2673599166" sldId="1531"/>
            <ac:spMk id="12" creationId="{FD77B159-7718-027F-8F33-EF5E98A0640F}"/>
          </ac:spMkLst>
        </pc:spChg>
      </pc:sldChg>
      <pc:sldChg chg="modSp mod">
        <pc:chgData name="Drgona, Jan" userId="8107277a-43fb-42e1-8aa0-684adf187181" providerId="ADAL" clId="{299CA028-6463-4E89-A484-56532AB6C869}" dt="2024-09-05T00:42:45.881" v="244" actId="108"/>
        <pc:sldMkLst>
          <pc:docMk/>
          <pc:sldMk cId="3649149362" sldId="1565"/>
        </pc:sldMkLst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8" creationId="{46F12F53-441B-45F6-9781-158C8416EBCC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9" creationId="{67F8BD0C-7071-B19E-BADF-328D909D22AB}"/>
          </ac:spMkLst>
        </pc:spChg>
        <pc:spChg chg="mod">
          <ac:chgData name="Drgona, Jan" userId="8107277a-43fb-42e1-8aa0-684adf187181" providerId="ADAL" clId="{299CA028-6463-4E89-A484-56532AB6C869}" dt="2024-09-05T00:42:45.881" v="244" actId="108"/>
          <ac:spMkLst>
            <pc:docMk/>
            <pc:sldMk cId="3649149362" sldId="1565"/>
            <ac:spMk id="10" creationId="{542A8E21-935D-E03F-09B7-F08F02A829BB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15" creationId="{BD404F72-37F0-A9BD-4C22-1637010DD3C4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19" creationId="{AE5AA082-BA78-DC4B-B0D6-B5C472B5BA3F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26" creationId="{141192A8-26E6-2888-4BC3-1A88BF33A68D}"/>
          </ac:spMkLst>
        </pc:spChg>
        <pc:spChg chg="mod">
          <ac:chgData name="Drgona, Jan" userId="8107277a-43fb-42e1-8aa0-684adf187181" providerId="ADAL" clId="{299CA028-6463-4E89-A484-56532AB6C869}" dt="2024-09-05T00:38:27.013" v="206" actId="14100"/>
          <ac:spMkLst>
            <pc:docMk/>
            <pc:sldMk cId="3649149362" sldId="1565"/>
            <ac:spMk id="27" creationId="{3ED2EBDD-AD33-4C52-BFE0-7A3656EE491E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29" creationId="{0CDA758C-B01A-FB70-C26A-7804CABA986F}"/>
          </ac:spMkLst>
        </pc:spChg>
        <pc:spChg chg="mod">
          <ac:chgData name="Drgona, Jan" userId="8107277a-43fb-42e1-8aa0-684adf187181" providerId="ADAL" clId="{299CA028-6463-4E89-A484-56532AB6C869}" dt="2024-09-05T00:38:23.855" v="205" actId="1076"/>
          <ac:spMkLst>
            <pc:docMk/>
            <pc:sldMk cId="3649149362" sldId="1565"/>
            <ac:spMk id="30" creationId="{E70BEF49-279B-A8C9-3E31-DC5350BA0B7B}"/>
          </ac:spMkLst>
        </pc:sp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2" creationId="{1A5328E4-03D2-A48F-16E0-0CB15A2067E7}"/>
          </ac:picMkLst>
        </pc:pic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13" creationId="{59B78B88-6E76-12F6-FFCA-1A5669A64479}"/>
          </ac:picMkLst>
        </pc:pic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16" creationId="{001C59AE-AB62-D444-9B1F-8C6E5B38976C}"/>
          </ac:picMkLst>
        </pc:pic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20" creationId="{A3B78A84-72A5-A660-7A2D-3E8EC2CC3E9E}"/>
          </ac:picMkLst>
        </pc:pic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22" creationId="{09A639CD-C459-4EEF-A39C-7F2D80B7F5ED}"/>
          </ac:picMkLst>
        </pc:picChg>
        <pc:picChg chg="mod">
          <ac:chgData name="Drgona, Jan" userId="8107277a-43fb-42e1-8aa0-684adf187181" providerId="ADAL" clId="{299CA028-6463-4E89-A484-56532AB6C869}" dt="2024-09-05T00:38:23.855" v="205" actId="1076"/>
          <ac:picMkLst>
            <pc:docMk/>
            <pc:sldMk cId="3649149362" sldId="1565"/>
            <ac:picMk id="25" creationId="{B7171530-8EBD-91B8-0D35-60D23E1E4BF7}"/>
          </ac:picMkLst>
        </pc:picChg>
      </pc:sldChg>
      <pc:sldChg chg="modSp add mod ord modShow">
        <pc:chgData name="Drgona, Jan" userId="8107277a-43fb-42e1-8aa0-684adf187181" providerId="ADAL" clId="{299CA028-6463-4E89-A484-56532AB6C869}" dt="2024-09-05T16:06:15.109" v="286"/>
        <pc:sldMkLst>
          <pc:docMk/>
          <pc:sldMk cId="3127309935" sldId="1579"/>
        </pc:sldMkLst>
        <pc:spChg chg="mod">
          <ac:chgData name="Drgona, Jan" userId="8107277a-43fb-42e1-8aa0-684adf187181" providerId="ADAL" clId="{299CA028-6463-4E89-A484-56532AB6C869}" dt="2024-09-05T16:03:54.250" v="245"/>
          <ac:spMkLst>
            <pc:docMk/>
            <pc:sldMk cId="3127309935" sldId="1579"/>
            <ac:spMk id="2" creationId="{887473A6-D239-98EB-AD36-5F2FEB23153B}"/>
          </ac:spMkLst>
        </pc:spChg>
        <pc:spChg chg="mod">
          <ac:chgData name="Drgona, Jan" userId="8107277a-43fb-42e1-8aa0-684adf187181" providerId="ADAL" clId="{299CA028-6463-4E89-A484-56532AB6C869}" dt="2024-09-05T16:03:58.182" v="252" actId="20577"/>
          <ac:spMkLst>
            <pc:docMk/>
            <pc:sldMk cId="3127309935" sldId="1579"/>
            <ac:spMk id="7" creationId="{45127215-EE98-4689-AF10-0BED9331B992}"/>
          </ac:spMkLst>
        </pc:spChg>
        <pc:picChg chg="mod">
          <ac:chgData name="Drgona, Jan" userId="8107277a-43fb-42e1-8aa0-684adf187181" providerId="ADAL" clId="{299CA028-6463-4E89-A484-56532AB6C869}" dt="2024-09-05T16:04:04.512" v="253" actId="1076"/>
          <ac:picMkLst>
            <pc:docMk/>
            <pc:sldMk cId="3127309935" sldId="1579"/>
            <ac:picMk id="5" creationId="{6F81BAE7-9C85-A790-6243-D6D338E9E20B}"/>
          </ac:picMkLst>
        </pc:picChg>
      </pc:sldChg>
      <pc:sldChg chg="modSp mod">
        <pc:chgData name="Drgona, Jan" userId="8107277a-43fb-42e1-8aa0-684adf187181" providerId="ADAL" clId="{299CA028-6463-4E89-A484-56532AB6C869}" dt="2024-09-05T00:39:02.160" v="213" actId="1076"/>
        <pc:sldMkLst>
          <pc:docMk/>
          <pc:sldMk cId="2336298119" sldId="1587"/>
        </pc:sldMkLst>
        <pc:spChg chg="mod">
          <ac:chgData name="Drgona, Jan" userId="8107277a-43fb-42e1-8aa0-684adf187181" providerId="ADAL" clId="{299CA028-6463-4E89-A484-56532AB6C869}" dt="2024-09-05T00:38:40.201" v="207" actId="14100"/>
          <ac:spMkLst>
            <pc:docMk/>
            <pc:sldMk cId="2336298119" sldId="1587"/>
            <ac:spMk id="7" creationId="{23D56FBB-5EBB-2A2E-9ADF-1F33B2E221EC}"/>
          </ac:spMkLst>
        </pc:spChg>
        <pc:spChg chg="mod">
          <ac:chgData name="Drgona, Jan" userId="8107277a-43fb-42e1-8aa0-684adf187181" providerId="ADAL" clId="{299CA028-6463-4E89-A484-56532AB6C869}" dt="2024-09-05T00:38:52.011" v="212" actId="404"/>
          <ac:spMkLst>
            <pc:docMk/>
            <pc:sldMk cId="2336298119" sldId="1587"/>
            <ac:spMk id="8" creationId="{A71B3727-CFAA-0260-BD00-C53EEA35EDAA}"/>
          </ac:spMkLst>
        </pc:spChg>
        <pc:spChg chg="mod">
          <ac:chgData name="Drgona, Jan" userId="8107277a-43fb-42e1-8aa0-684adf187181" providerId="ADAL" clId="{299CA028-6463-4E89-A484-56532AB6C869}" dt="2024-09-05T00:39:02.160" v="213" actId="1076"/>
          <ac:spMkLst>
            <pc:docMk/>
            <pc:sldMk cId="2336298119" sldId="1587"/>
            <ac:spMk id="9" creationId="{03EE05DE-9378-6A1D-FDA2-E8727193323F}"/>
          </ac:spMkLst>
        </pc:spChg>
      </pc:sldChg>
      <pc:sldChg chg="modSp mod">
        <pc:chgData name="Drgona, Jan" userId="8107277a-43fb-42e1-8aa0-684adf187181" providerId="ADAL" clId="{299CA028-6463-4E89-A484-56532AB6C869}" dt="2024-09-05T00:32:28.024" v="5" actId="1076"/>
        <pc:sldMkLst>
          <pc:docMk/>
          <pc:sldMk cId="1425547273" sldId="1592"/>
        </pc:sldMkLst>
        <pc:spChg chg="mod">
          <ac:chgData name="Drgona, Jan" userId="8107277a-43fb-42e1-8aa0-684adf187181" providerId="ADAL" clId="{299CA028-6463-4E89-A484-56532AB6C869}" dt="2024-09-05T00:32:12.628" v="2" actId="1076"/>
          <ac:spMkLst>
            <pc:docMk/>
            <pc:sldMk cId="1425547273" sldId="1592"/>
            <ac:spMk id="3" creationId="{61CDB1FC-7BF1-0AD2-F81A-F8A049076CB0}"/>
          </ac:spMkLst>
        </pc:spChg>
        <pc:spChg chg="mod">
          <ac:chgData name="Drgona, Jan" userId="8107277a-43fb-42e1-8aa0-684adf187181" providerId="ADAL" clId="{299CA028-6463-4E89-A484-56532AB6C869}" dt="2024-09-05T00:32:28.024" v="5" actId="1076"/>
          <ac:spMkLst>
            <pc:docMk/>
            <pc:sldMk cId="1425547273" sldId="1592"/>
            <ac:spMk id="4" creationId="{CB14663D-8920-E6E3-128C-FE58E4D28F26}"/>
          </ac:spMkLst>
        </pc:spChg>
        <pc:spChg chg="mod">
          <ac:chgData name="Drgona, Jan" userId="8107277a-43fb-42e1-8aa0-684adf187181" providerId="ADAL" clId="{299CA028-6463-4E89-A484-56532AB6C869}" dt="2024-09-05T00:32:23.948" v="4" actId="14100"/>
          <ac:spMkLst>
            <pc:docMk/>
            <pc:sldMk cId="1425547273" sldId="1592"/>
            <ac:spMk id="19" creationId="{E6A79639-4A1E-948F-7D1D-0325CBC5C230}"/>
          </ac:spMkLst>
        </pc:spChg>
        <pc:spChg chg="mod">
          <ac:chgData name="Drgona, Jan" userId="8107277a-43fb-42e1-8aa0-684adf187181" providerId="ADAL" clId="{299CA028-6463-4E89-A484-56532AB6C869}" dt="2024-09-05T00:32:17.782" v="3" actId="14100"/>
          <ac:spMkLst>
            <pc:docMk/>
            <pc:sldMk cId="1425547273" sldId="1592"/>
            <ac:spMk id="38" creationId="{C9BF1444-DA25-DA3F-F00C-7A3E962AD2E8}"/>
          </ac:spMkLst>
        </pc:spChg>
        <pc:picChg chg="mod">
          <ac:chgData name="Drgona, Jan" userId="8107277a-43fb-42e1-8aa0-684adf187181" providerId="ADAL" clId="{299CA028-6463-4E89-A484-56532AB6C869}" dt="2024-09-05T00:32:12.628" v="2" actId="1076"/>
          <ac:picMkLst>
            <pc:docMk/>
            <pc:sldMk cId="1425547273" sldId="1592"/>
            <ac:picMk id="1026" creationId="{4816AD61-FFD6-A3A0-1E55-F480F8405AF3}"/>
          </ac:picMkLst>
        </pc:picChg>
      </pc:sldChg>
      <pc:sldChg chg="modSp mod">
        <pc:chgData name="Drgona, Jan" userId="8107277a-43fb-42e1-8aa0-684adf187181" providerId="ADAL" clId="{299CA028-6463-4E89-A484-56532AB6C869}" dt="2024-09-05T00:33:49.419" v="15" actId="14100"/>
        <pc:sldMkLst>
          <pc:docMk/>
          <pc:sldMk cId="3821775337" sldId="1594"/>
        </pc:sldMkLst>
        <pc:spChg chg="mod">
          <ac:chgData name="Drgona, Jan" userId="8107277a-43fb-42e1-8aa0-684adf187181" providerId="ADAL" clId="{299CA028-6463-4E89-A484-56532AB6C869}" dt="2024-09-05T00:33:49.419" v="15" actId="14100"/>
          <ac:spMkLst>
            <pc:docMk/>
            <pc:sldMk cId="3821775337" sldId="1594"/>
            <ac:spMk id="3" creationId="{39F1E5A7-093D-32DC-A5F2-EC09E8B544A9}"/>
          </ac:spMkLst>
        </pc:spChg>
        <pc:picChg chg="mod">
          <ac:chgData name="Drgona, Jan" userId="8107277a-43fb-42e1-8aa0-684adf187181" providerId="ADAL" clId="{299CA028-6463-4E89-A484-56532AB6C869}" dt="2024-09-05T00:33:30.924" v="12" actId="14100"/>
          <ac:picMkLst>
            <pc:docMk/>
            <pc:sldMk cId="3821775337" sldId="1594"/>
            <ac:picMk id="6" creationId="{ABEFA9B1-2C08-42EC-C4C3-C8209A81978D}"/>
          </ac:picMkLst>
        </pc:picChg>
      </pc:sldChg>
      <pc:sldChg chg="modSp mod">
        <pc:chgData name="Drgona, Jan" userId="8107277a-43fb-42e1-8aa0-684adf187181" providerId="ADAL" clId="{299CA028-6463-4E89-A484-56532AB6C869}" dt="2024-09-05T00:33:03.447" v="9" actId="1076"/>
        <pc:sldMkLst>
          <pc:docMk/>
          <pc:sldMk cId="3303928088" sldId="1595"/>
        </pc:sldMkLst>
        <pc:spChg chg="mod">
          <ac:chgData name="Drgona, Jan" userId="8107277a-43fb-42e1-8aa0-684adf187181" providerId="ADAL" clId="{299CA028-6463-4E89-A484-56532AB6C869}" dt="2024-09-05T00:32:55.980" v="7" actId="14100"/>
          <ac:spMkLst>
            <pc:docMk/>
            <pc:sldMk cId="3303928088" sldId="1595"/>
            <ac:spMk id="2" creationId="{7F5FD97D-AD65-A14D-A584-DF7F474A1613}"/>
          </ac:spMkLst>
        </pc:spChg>
        <pc:spChg chg="mod">
          <ac:chgData name="Drgona, Jan" userId="8107277a-43fb-42e1-8aa0-684adf187181" providerId="ADAL" clId="{299CA028-6463-4E89-A484-56532AB6C869}" dt="2024-09-05T00:33:03.447" v="9" actId="1076"/>
          <ac:spMkLst>
            <pc:docMk/>
            <pc:sldMk cId="3303928088" sldId="1595"/>
            <ac:spMk id="10" creationId="{D8FCF259-1334-3940-8D43-7E6D530433B1}"/>
          </ac:spMkLst>
        </pc:sp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3" creationId="{2000D576-431B-75D7-406E-E8D7084D8C07}"/>
          </ac:picMkLst>
        </pc:pic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7" creationId="{233AB21D-F841-4AC7-9219-6EAD14BF5341}"/>
          </ac:picMkLst>
        </pc:pic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8" creationId="{E2ED8641-EF8F-B7A0-AF2F-F7B29B21DD22}"/>
          </ac:picMkLst>
        </pc:pic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11" creationId="{C031D5F6-A634-B2BF-0E29-913F808BD07B}"/>
          </ac:picMkLst>
        </pc:pic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13" creationId="{2CEC5465-275E-AFE9-FD8B-746637EDAE3A}"/>
          </ac:picMkLst>
        </pc:picChg>
        <pc:picChg chg="mod">
          <ac:chgData name="Drgona, Jan" userId="8107277a-43fb-42e1-8aa0-684adf187181" providerId="ADAL" clId="{299CA028-6463-4E89-A484-56532AB6C869}" dt="2024-09-05T00:32:52.617" v="6" actId="1076"/>
          <ac:picMkLst>
            <pc:docMk/>
            <pc:sldMk cId="3303928088" sldId="1595"/>
            <ac:picMk id="1026" creationId="{0E6F35B2-2558-B899-0E30-D5ED03C91F8B}"/>
          </ac:picMkLst>
        </pc:picChg>
      </pc:sldChg>
      <pc:sldChg chg="modSp mod">
        <pc:chgData name="Drgona, Jan" userId="8107277a-43fb-42e1-8aa0-684adf187181" providerId="ADAL" clId="{299CA028-6463-4E89-A484-56532AB6C869}" dt="2024-09-05T16:19:58.018" v="302" actId="14100"/>
        <pc:sldMkLst>
          <pc:docMk/>
          <pc:sldMk cId="4026062904" sldId="1599"/>
        </pc:sldMkLst>
        <pc:spChg chg="mod">
          <ac:chgData name="Drgona, Jan" userId="8107277a-43fb-42e1-8aa0-684adf187181" providerId="ADAL" clId="{299CA028-6463-4E89-A484-56532AB6C869}" dt="2024-09-05T00:34:42.804" v="63" actId="14100"/>
          <ac:spMkLst>
            <pc:docMk/>
            <pc:sldMk cId="4026062904" sldId="1599"/>
            <ac:spMk id="3" creationId="{B758B404-AC36-B0EF-DF87-70F2BA2FE6B8}"/>
          </ac:spMkLst>
        </pc:spChg>
        <pc:spChg chg="mod">
          <ac:chgData name="Drgona, Jan" userId="8107277a-43fb-42e1-8aa0-684adf187181" providerId="ADAL" clId="{299CA028-6463-4E89-A484-56532AB6C869}" dt="2024-09-05T00:41:39.153" v="229" actId="108"/>
          <ac:spMkLst>
            <pc:docMk/>
            <pc:sldMk cId="4026062904" sldId="1599"/>
            <ac:spMk id="8" creationId="{18532A01-A2CC-A8FF-84E4-D2E834BC75C7}"/>
          </ac:spMkLst>
        </pc:spChg>
        <pc:spChg chg="mod">
          <ac:chgData name="Drgona, Jan" userId="8107277a-43fb-42e1-8aa0-684adf187181" providerId="ADAL" clId="{299CA028-6463-4E89-A484-56532AB6C869}" dt="2024-09-05T16:19:58.018" v="302" actId="14100"/>
          <ac:spMkLst>
            <pc:docMk/>
            <pc:sldMk cId="4026062904" sldId="1599"/>
            <ac:spMk id="9" creationId="{4DC3C3CF-C788-D1E4-542A-39ADAA8FEC55}"/>
          </ac:spMkLst>
        </pc:spChg>
        <pc:picChg chg="mod">
          <ac:chgData name="Drgona, Jan" userId="8107277a-43fb-42e1-8aa0-684adf187181" providerId="ADAL" clId="{299CA028-6463-4E89-A484-56532AB6C869}" dt="2024-09-05T00:36:05.982" v="174" actId="1038"/>
          <ac:picMkLst>
            <pc:docMk/>
            <pc:sldMk cId="4026062904" sldId="1599"/>
            <ac:picMk id="4" creationId="{DB9DA694-DF95-F0F8-FE62-F52640E19DBF}"/>
          </ac:picMkLst>
        </pc:picChg>
        <pc:picChg chg="mod">
          <ac:chgData name="Drgona, Jan" userId="8107277a-43fb-42e1-8aa0-684adf187181" providerId="ADAL" clId="{299CA028-6463-4E89-A484-56532AB6C869}" dt="2024-09-05T00:34:59.441" v="102" actId="1037"/>
          <ac:picMkLst>
            <pc:docMk/>
            <pc:sldMk cId="4026062904" sldId="1599"/>
            <ac:picMk id="10" creationId="{A293C3AF-3A51-18E2-53DD-B71C65A2053A}"/>
          </ac:picMkLst>
        </pc:picChg>
      </pc:sldChg>
      <pc:sldChg chg="modSp mod">
        <pc:chgData name="Drgona, Jan" userId="8107277a-43fb-42e1-8aa0-684adf187181" providerId="ADAL" clId="{299CA028-6463-4E89-A484-56532AB6C869}" dt="2024-09-05T00:41:33.954" v="228" actId="1076"/>
        <pc:sldMkLst>
          <pc:docMk/>
          <pc:sldMk cId="3356209294" sldId="1600"/>
        </pc:sldMkLst>
        <pc:spChg chg="mod">
          <ac:chgData name="Drgona, Jan" userId="8107277a-43fb-42e1-8aa0-684adf187181" providerId="ADAL" clId="{299CA028-6463-4E89-A484-56532AB6C869}" dt="2024-09-05T00:33:57.904" v="16" actId="14100"/>
          <ac:spMkLst>
            <pc:docMk/>
            <pc:sldMk cId="3356209294" sldId="1600"/>
            <ac:spMk id="3" creationId="{B758B404-AC36-B0EF-DF87-70F2BA2FE6B8}"/>
          </ac:spMkLst>
        </pc:spChg>
        <pc:spChg chg="mod">
          <ac:chgData name="Drgona, Jan" userId="8107277a-43fb-42e1-8aa0-684adf187181" providerId="ADAL" clId="{299CA028-6463-4E89-A484-56532AB6C869}" dt="2024-09-05T00:41:33.954" v="228" actId="1076"/>
          <ac:spMkLst>
            <pc:docMk/>
            <pc:sldMk cId="3356209294" sldId="1600"/>
            <ac:spMk id="8" creationId="{C350D5E0-80A9-056A-11F4-BCC0D2809340}"/>
          </ac:spMkLst>
        </pc:spChg>
        <pc:spChg chg="mod">
          <ac:chgData name="Drgona, Jan" userId="8107277a-43fb-42e1-8aa0-684adf187181" providerId="ADAL" clId="{299CA028-6463-4E89-A484-56532AB6C869}" dt="2024-09-05T00:41:27.063" v="226" actId="255"/>
          <ac:spMkLst>
            <pc:docMk/>
            <pc:sldMk cId="3356209294" sldId="1600"/>
            <ac:spMk id="9" creationId="{BBF28771-C683-0FFE-C8CE-6F4CEED02D87}"/>
          </ac:spMkLst>
        </pc:spChg>
        <pc:picChg chg="mod">
          <ac:chgData name="Drgona, Jan" userId="8107277a-43fb-42e1-8aa0-684adf187181" providerId="ADAL" clId="{299CA028-6463-4E89-A484-56532AB6C869}" dt="2024-09-05T00:36:18.746" v="177" actId="1036"/>
          <ac:picMkLst>
            <pc:docMk/>
            <pc:sldMk cId="3356209294" sldId="1600"/>
            <ac:picMk id="5" creationId="{352265D4-3E63-43A3-E052-0E43009B03B8}"/>
          </ac:picMkLst>
        </pc:picChg>
        <pc:picChg chg="mod">
          <ac:chgData name="Drgona, Jan" userId="8107277a-43fb-42e1-8aa0-684adf187181" providerId="ADAL" clId="{299CA028-6463-4E89-A484-56532AB6C869}" dt="2024-09-05T00:34:34.242" v="62" actId="1037"/>
          <ac:picMkLst>
            <pc:docMk/>
            <pc:sldMk cId="3356209294" sldId="1600"/>
            <ac:picMk id="6" creationId="{5FDF1404-289B-4824-50A5-5D4E71805399}"/>
          </ac:picMkLst>
        </pc:picChg>
        <pc:picChg chg="mod">
          <ac:chgData name="Drgona, Jan" userId="8107277a-43fb-42e1-8aa0-684adf187181" providerId="ADAL" clId="{299CA028-6463-4E89-A484-56532AB6C869}" dt="2024-09-05T00:34:30.306" v="52" actId="1037"/>
          <ac:picMkLst>
            <pc:docMk/>
            <pc:sldMk cId="3356209294" sldId="1600"/>
            <ac:picMk id="13" creationId="{0C7D7B29-AAF4-3344-32D4-12B6CED16B0D}"/>
          </ac:picMkLst>
        </pc:picChg>
        <pc:picChg chg="mod">
          <ac:chgData name="Drgona, Jan" userId="8107277a-43fb-42e1-8aa0-684adf187181" providerId="ADAL" clId="{299CA028-6463-4E89-A484-56532AB6C869}" dt="2024-09-05T00:34:30.306" v="52" actId="1037"/>
          <ac:picMkLst>
            <pc:docMk/>
            <pc:sldMk cId="3356209294" sldId="1600"/>
            <ac:picMk id="19" creationId="{633857A7-A3F1-5133-8038-CFCB6B347A15}"/>
          </ac:picMkLst>
        </pc:picChg>
        <pc:picChg chg="mod">
          <ac:chgData name="Drgona, Jan" userId="8107277a-43fb-42e1-8aa0-684adf187181" providerId="ADAL" clId="{299CA028-6463-4E89-A484-56532AB6C869}" dt="2024-09-05T00:34:30.306" v="52" actId="1037"/>
          <ac:picMkLst>
            <pc:docMk/>
            <pc:sldMk cId="3356209294" sldId="1600"/>
            <ac:picMk id="21" creationId="{FE5DB062-2717-BBE9-4A7F-7F6DBF95A713}"/>
          </ac:picMkLst>
        </pc:picChg>
      </pc:sldChg>
      <pc:sldChg chg="modSp mod">
        <pc:chgData name="Drgona, Jan" userId="8107277a-43fb-42e1-8aa0-684adf187181" providerId="ADAL" clId="{299CA028-6463-4E89-A484-56532AB6C869}" dt="2024-09-05T00:42:03.819" v="236" actId="108"/>
        <pc:sldMkLst>
          <pc:docMk/>
          <pc:sldMk cId="1886607106" sldId="1607"/>
        </pc:sldMkLst>
        <pc:spChg chg="mod">
          <ac:chgData name="Drgona, Jan" userId="8107277a-43fb-42e1-8aa0-684adf187181" providerId="ADAL" clId="{299CA028-6463-4E89-A484-56532AB6C869}" dt="2024-09-05T00:36:28.125" v="178" actId="14100"/>
          <ac:spMkLst>
            <pc:docMk/>
            <pc:sldMk cId="1886607106" sldId="1607"/>
            <ac:spMk id="3" creationId="{B758B404-AC36-B0EF-DF87-70F2BA2FE6B8}"/>
          </ac:spMkLst>
        </pc:spChg>
        <pc:spChg chg="mod">
          <ac:chgData name="Drgona, Jan" userId="8107277a-43fb-42e1-8aa0-684adf187181" providerId="ADAL" clId="{299CA028-6463-4E89-A484-56532AB6C869}" dt="2024-09-05T00:41:55.559" v="235" actId="108"/>
          <ac:spMkLst>
            <pc:docMk/>
            <pc:sldMk cId="1886607106" sldId="1607"/>
            <ac:spMk id="5" creationId="{3AD07F18-0758-39E3-2427-63D5C2C7B08D}"/>
          </ac:spMkLst>
        </pc:spChg>
        <pc:spChg chg="mod">
          <ac:chgData name="Drgona, Jan" userId="8107277a-43fb-42e1-8aa0-684adf187181" providerId="ADAL" clId="{299CA028-6463-4E89-A484-56532AB6C869}" dt="2024-09-05T00:42:03.819" v="236" actId="108"/>
          <ac:spMkLst>
            <pc:docMk/>
            <pc:sldMk cId="1886607106" sldId="1607"/>
            <ac:spMk id="6" creationId="{E4E989F2-BFD3-1F4E-6968-E64609A08C7D}"/>
          </ac:spMkLst>
        </pc:spChg>
        <pc:spChg chg="mod">
          <ac:chgData name="Drgona, Jan" userId="8107277a-43fb-42e1-8aa0-684adf187181" providerId="ADAL" clId="{299CA028-6463-4E89-A484-56532AB6C869}" dt="2024-09-05T00:36:43.348" v="181" actId="1076"/>
          <ac:spMkLst>
            <pc:docMk/>
            <pc:sldMk cId="1886607106" sldId="1607"/>
            <ac:spMk id="10" creationId="{FA997836-43CD-14FB-70E9-865614AC72FD}"/>
          </ac:spMkLst>
        </pc:spChg>
        <pc:picChg chg="mod">
          <ac:chgData name="Drgona, Jan" userId="8107277a-43fb-42e1-8aa0-684adf187181" providerId="ADAL" clId="{299CA028-6463-4E89-A484-56532AB6C869}" dt="2024-09-05T00:37:45.385" v="200" actId="1035"/>
          <ac:picMkLst>
            <pc:docMk/>
            <pc:sldMk cId="1886607106" sldId="1607"/>
            <ac:picMk id="4" creationId="{DB9DA694-DF95-F0F8-FE62-F52640E19DBF}"/>
          </ac:picMkLst>
        </pc:picChg>
        <pc:picChg chg="mod">
          <ac:chgData name="Drgona, Jan" userId="8107277a-43fb-42e1-8aa0-684adf187181" providerId="ADAL" clId="{299CA028-6463-4E89-A484-56532AB6C869}" dt="2024-09-05T00:36:50.009" v="183" actId="1076"/>
          <ac:picMkLst>
            <pc:docMk/>
            <pc:sldMk cId="1886607106" sldId="1607"/>
            <ac:picMk id="8" creationId="{3F072CA9-39A8-5E3D-B80D-3D647A550927}"/>
          </ac:picMkLst>
        </pc:picChg>
        <pc:picChg chg="mod">
          <ac:chgData name="Drgona, Jan" userId="8107277a-43fb-42e1-8aa0-684adf187181" providerId="ADAL" clId="{299CA028-6463-4E89-A484-56532AB6C869}" dt="2024-09-05T00:36:35.971" v="180" actId="1076"/>
          <ac:picMkLst>
            <pc:docMk/>
            <pc:sldMk cId="1886607106" sldId="1607"/>
            <ac:picMk id="5122" creationId="{C40849F6-593A-4EA0-F6B2-517253C2054F}"/>
          </ac:picMkLst>
        </pc:picChg>
      </pc:sldChg>
      <pc:sldChg chg="modSp mod">
        <pc:chgData name="Drgona, Jan" userId="8107277a-43fb-42e1-8aa0-684adf187181" providerId="ADAL" clId="{299CA028-6463-4E89-A484-56532AB6C869}" dt="2024-09-05T00:42:31.712" v="243" actId="14100"/>
        <pc:sldMkLst>
          <pc:docMk/>
          <pc:sldMk cId="4096563906" sldId="1609"/>
        </pc:sldMkLst>
        <pc:spChg chg="mod">
          <ac:chgData name="Drgona, Jan" userId="8107277a-43fb-42e1-8aa0-684adf187181" providerId="ADAL" clId="{299CA028-6463-4E89-A484-56532AB6C869}" dt="2024-09-05T00:37:21.361" v="189" actId="14100"/>
          <ac:spMkLst>
            <pc:docMk/>
            <pc:sldMk cId="4096563906" sldId="1609"/>
            <ac:spMk id="3" creationId="{B758B404-AC36-B0EF-DF87-70F2BA2FE6B8}"/>
          </ac:spMkLst>
        </pc:spChg>
        <pc:spChg chg="mod">
          <ac:chgData name="Drgona, Jan" userId="8107277a-43fb-42e1-8aa0-684adf187181" providerId="ADAL" clId="{299CA028-6463-4E89-A484-56532AB6C869}" dt="2024-09-05T00:42:10.059" v="237" actId="108"/>
          <ac:spMkLst>
            <pc:docMk/>
            <pc:sldMk cId="4096563906" sldId="1609"/>
            <ac:spMk id="5" creationId="{8757334F-737F-1A42-19BF-A5A2D4D5AFB0}"/>
          </ac:spMkLst>
        </pc:spChg>
        <pc:spChg chg="mod">
          <ac:chgData name="Drgona, Jan" userId="8107277a-43fb-42e1-8aa0-684adf187181" providerId="ADAL" clId="{299CA028-6463-4E89-A484-56532AB6C869}" dt="2024-09-05T00:42:26.130" v="241" actId="1076"/>
          <ac:spMkLst>
            <pc:docMk/>
            <pc:sldMk cId="4096563906" sldId="1609"/>
            <ac:spMk id="15" creationId="{EA98A2BA-F9CD-ADC2-B062-5B79A085843B}"/>
          </ac:spMkLst>
        </pc:spChg>
        <pc:picChg chg="mod">
          <ac:chgData name="Drgona, Jan" userId="8107277a-43fb-42e1-8aa0-684adf187181" providerId="ADAL" clId="{299CA028-6463-4E89-A484-56532AB6C869}" dt="2024-09-05T00:37:27.292" v="191" actId="14100"/>
          <ac:picMkLst>
            <pc:docMk/>
            <pc:sldMk cId="4096563906" sldId="1609"/>
            <ac:picMk id="4" creationId="{DB9DA694-DF95-F0F8-FE62-F52640E19DBF}"/>
          </ac:picMkLst>
        </pc:picChg>
        <pc:picChg chg="mod">
          <ac:chgData name="Drgona, Jan" userId="8107277a-43fb-42e1-8aa0-684adf187181" providerId="ADAL" clId="{299CA028-6463-4E89-A484-56532AB6C869}" dt="2024-09-05T00:37:33.313" v="192" actId="1076"/>
          <ac:picMkLst>
            <pc:docMk/>
            <pc:sldMk cId="4096563906" sldId="1609"/>
            <ac:picMk id="13" creationId="{CC4857F1-2D5B-6A4F-911B-A9C852445A3B}"/>
          </ac:picMkLst>
        </pc:picChg>
        <pc:picChg chg="mod">
          <ac:chgData name="Drgona, Jan" userId="8107277a-43fb-42e1-8aa0-684adf187181" providerId="ADAL" clId="{299CA028-6463-4E89-A484-56532AB6C869}" dt="2024-09-05T00:42:31.712" v="243" actId="14100"/>
          <ac:picMkLst>
            <pc:docMk/>
            <pc:sldMk cId="4096563906" sldId="1609"/>
            <ac:picMk id="14" creationId="{4EF43070-2C87-CD22-3812-F36661B373C8}"/>
          </ac:picMkLst>
        </pc:picChg>
        <pc:picChg chg="mod">
          <ac:chgData name="Drgona, Jan" userId="8107277a-43fb-42e1-8aa0-684adf187181" providerId="ADAL" clId="{299CA028-6463-4E89-A484-56532AB6C869}" dt="2024-09-05T00:37:33.313" v="192" actId="1076"/>
          <ac:picMkLst>
            <pc:docMk/>
            <pc:sldMk cId="4096563906" sldId="1609"/>
            <ac:picMk id="8194" creationId="{3435E081-EB91-F831-B505-5604CBE1C44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5F52E7-5C0C-456C-BBFC-C078470C52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811CF-080A-4CC5-86EF-B43E625A90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AD2F-3255-4D6B-B7D0-3AD777FD6E1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27A20-36C9-4A9B-80F5-C901AEE11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B264A-566F-4D57-AA83-B2D4076BB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B7DCB-9EC0-4793-8462-68AC0ED49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96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A7F51-485C-4411-96B4-8DBF10CDD33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9F371-3862-4534-BA58-4E7EFD6C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0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4137-AED8-8847-8637-9845A116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36B5D-2451-F5A7-62E7-DEF2397AC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18480-7ADA-647B-55AA-46C491D28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C7D89-4499-B820-7558-05803AADB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2E2EE-E77E-244D-9907-04DF2C698C6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20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2E2EE-E77E-244D-9907-04DF2C698C6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1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268DE600-90A7-4B6B-BFFA-EA2C6E807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EBA27004-3833-43ED-82E9-6895434B8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0" y="0"/>
            <a:ext cx="9144001" cy="5143499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610272-EE8A-4752-A390-42C726F6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9" t="29483" r="13581" b="28303"/>
          <a:stretch/>
        </p:blipFill>
        <p:spPr>
          <a:xfrm>
            <a:off x="6298808" y="447090"/>
            <a:ext cx="2377440" cy="621421"/>
          </a:xfrm>
          <a:prstGeom prst="rect">
            <a:avLst/>
          </a:prstGeom>
        </p:spPr>
      </p:pic>
      <p:sp>
        <p:nvSpPr>
          <p:cNvPr id="6" name="Course Title">
            <a:extLst>
              <a:ext uri="{FF2B5EF4-FFF2-40B4-BE49-F238E27FC236}">
                <a16:creationId xmlns:a16="http://schemas.microsoft.com/office/drawing/2014/main" id="{A43E8622-AA5C-40CF-A3A0-8B2BF9D75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51" y="2240842"/>
            <a:ext cx="8208498" cy="544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125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add course title</a:t>
            </a:r>
          </a:p>
        </p:txBody>
      </p:sp>
      <p:sp>
        <p:nvSpPr>
          <p:cNvPr id="7" name="Lecture Title">
            <a:extLst>
              <a:ext uri="{FF2B5EF4-FFF2-40B4-BE49-F238E27FC236}">
                <a16:creationId xmlns:a16="http://schemas.microsoft.com/office/drawing/2014/main" id="{DE1C7E4D-69CB-4F79-9436-E0466B26F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49" y="2784966"/>
            <a:ext cx="8219053" cy="3667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lecture title</a:t>
            </a:r>
          </a:p>
        </p:txBody>
      </p:sp>
    </p:spTree>
    <p:extLst>
      <p:ext uri="{BB962C8B-B14F-4D97-AF65-F5344CB8AC3E}">
        <p14:creationId xmlns:p14="http://schemas.microsoft.com/office/powerpoint/2010/main" val="329327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r>
              <a:rPr lang="en-US" noProof="0"/>
              <a:t>add title</a:t>
            </a:r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19" y="1390650"/>
            <a:ext cx="8085415" cy="3077573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500" indent="-228600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482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5812EB8-9C15-3D45-A153-203E42E98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1" y="107119"/>
            <a:ext cx="8088983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352" y="1389888"/>
            <a:ext cx="8096622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5" indent="-231775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30188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351" y="3058846"/>
            <a:ext cx="8088983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5" indent="-231775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marR="0" indent="-230188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92C74"/>
              </a:buClr>
              <a:buSzTx/>
              <a:buFont typeface="Courier New" panose="02070309020205020404" pitchFamily="49" charset="0"/>
              <a:buChar char="o"/>
              <a:tabLst/>
              <a:defRPr sz="1600"/>
            </a:lvl2pPr>
            <a:lvl3pPr marL="914400" indent="-228600">
              <a:buClr>
                <a:srgbClr val="092C74"/>
              </a:buClr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4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19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352" y="1389888"/>
            <a:ext cx="3571875" cy="3134272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0" y="1389888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5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19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4884B21B-478C-4C01-9996-0F72AC036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522711" y="1389888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Citation">
            <a:extLst>
              <a:ext uri="{FF2B5EF4-FFF2-40B4-BE49-F238E27FC236}">
                <a16:creationId xmlns:a16="http://schemas.microsoft.com/office/drawing/2014/main" id="{47FB68FD-CDA4-408D-A343-8A86DF16AE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38" y="4585070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765176" y="1389888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9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64E24-CAF0-4D23-BB2F-41C411BEF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107118"/>
            <a:ext cx="8164088" cy="858505"/>
          </a:xfrm>
          <a:prstGeom prst="rect">
            <a:avLst/>
          </a:prstGeom>
        </p:spPr>
        <p:txBody>
          <a:bodyPr anchor="b"/>
          <a:lstStyle>
            <a:lvl1pPr>
              <a:defRPr sz="3000" b="1" i="0" u="none">
                <a:solidFill>
                  <a:srgbClr val="092C74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4925" y="1272248"/>
            <a:ext cx="3571875" cy="3174967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" y="1272249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2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28403"/>
            <a:ext cx="3131127" cy="119268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176" y="1521085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95289" y="1838548"/>
            <a:ext cx="3131127" cy="26689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4675" indent="-23177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9762" y="0"/>
            <a:ext cx="5074238" cy="51435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7459" y="488400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 userDrawn="1"/>
        </p:nvSpPr>
        <p:spPr>
          <a:xfrm>
            <a:off x="-400049" y="4895931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63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3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9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0" y="169333"/>
            <a:ext cx="6858000" cy="81936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57250" y="1285875"/>
            <a:ext cx="8001000" cy="3429001"/>
          </a:xfrm>
          <a:prstGeom prst="rect">
            <a:avLst/>
          </a:prstGeom>
        </p:spPr>
        <p:txBody>
          <a:bodyPr/>
          <a:lstStyle>
            <a:lvl1pPr>
              <a:defRPr sz="175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2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1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76F451D-D169-4CA9-91EE-97F19A35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0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FC922D-F971-4707-8283-A3B5043B799C}"/>
              </a:ext>
            </a:extLst>
          </p:cNvPr>
          <p:cNvSpPr/>
          <p:nvPr userDrawn="1"/>
        </p:nvSpPr>
        <p:spPr>
          <a:xfrm>
            <a:off x="457200" y="428625"/>
            <a:ext cx="8229600" cy="19617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111DEAC-5DA3-40FB-8328-493BB53C3D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1722" y="972475"/>
            <a:ext cx="3575013" cy="927216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8811F-BA33-419E-AC91-AAC3393B703F}"/>
              </a:ext>
            </a:extLst>
          </p:cNvPr>
          <p:cNvSpPr/>
          <p:nvPr userDrawn="1"/>
        </p:nvSpPr>
        <p:spPr>
          <a:xfrm>
            <a:off x="910668" y="1899691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709620F3-CE75-4F88-B996-D13338DB49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4762663" y="594484"/>
            <a:ext cx="3558209" cy="2158655"/>
          </a:xfrm>
          <a:custGeom>
            <a:avLst/>
            <a:gdLst>
              <a:gd name="connsiteX0" fmla="*/ 0 w 4744278"/>
              <a:gd name="connsiteY0" fmla="*/ 0 h 2878206"/>
              <a:gd name="connsiteX1" fmla="*/ 4744278 w 4744278"/>
              <a:gd name="connsiteY1" fmla="*/ 0 h 2878206"/>
              <a:gd name="connsiteX2" fmla="*/ 4744278 w 4744278"/>
              <a:gd name="connsiteY2" fmla="*/ 2878206 h 2878206"/>
              <a:gd name="connsiteX3" fmla="*/ 0 w 4744278"/>
              <a:gd name="connsiteY3" fmla="*/ 2878206 h 287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4278" h="2878206">
                <a:moveTo>
                  <a:pt x="0" y="0"/>
                </a:moveTo>
                <a:lnTo>
                  <a:pt x="4744278" y="0"/>
                </a:lnTo>
                <a:lnTo>
                  <a:pt x="4744278" y="2878206"/>
                </a:lnTo>
                <a:lnTo>
                  <a:pt x="0" y="2878206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Citation">
            <a:extLst>
              <a:ext uri="{FF2B5EF4-FFF2-40B4-BE49-F238E27FC236}">
                <a16:creationId xmlns:a16="http://schemas.microsoft.com/office/drawing/2014/main" id="{0703DEBD-9CAD-4A4B-AFB1-1784BA7258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4076" y="2757901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6" name="Bullets 1">
            <a:extLst>
              <a:ext uri="{FF2B5EF4-FFF2-40B4-BE49-F238E27FC236}">
                <a16:creationId xmlns:a16="http://schemas.microsoft.com/office/drawing/2014/main" id="{FAFED653-B531-4E78-8677-DC685EEA4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069516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Bullets 2">
            <a:extLst>
              <a:ext uri="{FF2B5EF4-FFF2-40B4-BE49-F238E27FC236}">
                <a16:creationId xmlns:a16="http://schemas.microsoft.com/office/drawing/2014/main" id="{0577BDD5-F52D-4F20-B068-E48B0A0D4C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0028" y="3063024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2" name="Bullets 3">
            <a:extLst>
              <a:ext uri="{FF2B5EF4-FFF2-40B4-BE49-F238E27FC236}">
                <a16:creationId xmlns:a16="http://schemas.microsoft.com/office/drawing/2014/main" id="{A32A3E7D-CC2E-4FBA-983C-0B62D18C16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856" y="3064359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380D9A22-5897-43DE-B092-AE5494CE5D2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4" name="WSE logo">
            <a:extLst>
              <a:ext uri="{FF2B5EF4-FFF2-40B4-BE49-F238E27FC236}">
                <a16:creationId xmlns:a16="http://schemas.microsoft.com/office/drawing/2014/main" id="{AD37F1B9-E29E-4BAD-9584-2A9287180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90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 Picture">
            <a:extLst>
              <a:ext uri="{FF2B5EF4-FFF2-40B4-BE49-F238E27FC236}">
                <a16:creationId xmlns:a16="http://schemas.microsoft.com/office/drawing/2014/main" id="{9E5B6CA6-B6F4-4449-B80B-373EA4BE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639641" y="639640"/>
            <a:ext cx="5143500" cy="3864219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A9CFBE73-852C-4CD7-B0DD-890AB86C2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3793891" cy="514349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5013AE2-E3DB-4823-B27C-E37E2BA5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8845" y="0"/>
            <a:ext cx="7825154" cy="5143500"/>
          </a:xfrm>
          <a:custGeom>
            <a:avLst/>
            <a:gdLst>
              <a:gd name="connsiteX0" fmla="*/ 2 w 16204045"/>
              <a:gd name="connsiteY0" fmla="*/ 0 h 10287000"/>
              <a:gd name="connsiteX1" fmla="*/ 16204045 w 16204045"/>
              <a:gd name="connsiteY1" fmla="*/ 0 h 10287000"/>
              <a:gd name="connsiteX2" fmla="*/ 16204045 w 16204045"/>
              <a:gd name="connsiteY2" fmla="*/ 10287000 h 10287000"/>
              <a:gd name="connsiteX3" fmla="*/ 0 w 16204045"/>
              <a:gd name="connsiteY3" fmla="*/ 10287000 h 10287000"/>
              <a:gd name="connsiteX4" fmla="*/ 5143501 w 16204045"/>
              <a:gd name="connsiteY4" fmla="*/ 5143499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04045" h="10287000">
                <a:moveTo>
                  <a:pt x="2" y="0"/>
                </a:moveTo>
                <a:lnTo>
                  <a:pt x="16204045" y="0"/>
                </a:lnTo>
                <a:lnTo>
                  <a:pt x="16204045" y="10287000"/>
                </a:lnTo>
                <a:lnTo>
                  <a:pt x="0" y="10287000"/>
                </a:lnTo>
                <a:lnTo>
                  <a:pt x="5143501" y="5143499"/>
                </a:lnTo>
                <a:close/>
              </a:path>
            </a:pathLst>
          </a:custGeom>
          <a:solidFill>
            <a:schemeClr val="bg1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700">
              <a:defRPr/>
            </a:pPr>
            <a:endParaRPr lang="uk-UA" sz="2100" kern="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0DC1BC56-1CC3-46DB-9AF3-0ABE9C7B5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2509" y="368595"/>
            <a:ext cx="4682835" cy="867165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C4DA1-588C-473F-9289-61578C2D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4340" y="1235761"/>
            <a:ext cx="778180" cy="11190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Body Text">
            <a:extLst>
              <a:ext uri="{FF2B5EF4-FFF2-40B4-BE49-F238E27FC236}">
                <a16:creationId xmlns:a16="http://schemas.microsoft.com/office/drawing/2014/main" id="{0A9F6E88-C000-47AF-BB13-5C005638DA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2509" y="1628638"/>
            <a:ext cx="4682835" cy="2804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tx2"/>
              </a:buClr>
              <a:defRPr sz="1600"/>
            </a:lvl3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C6E950EA-E181-41E8-BC07-F40B1DDDABC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8975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011" y="1612107"/>
            <a:ext cx="8339978" cy="2000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8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46" y="1500379"/>
            <a:ext cx="8678926" cy="21992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46" y="1500379"/>
            <a:ext cx="8678926" cy="21992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9696BA-3CAD-4740-83E8-4A2CDE35D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38056"/>
            <a:ext cx="9144000" cy="24673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F6BD4-99E6-47D8-8CB4-96909C050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954" y="2421798"/>
            <a:ext cx="778180" cy="10334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241E8AA-7C6C-4211-943F-08C05083C9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748" y="1552353"/>
            <a:ext cx="4953052" cy="867606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rgbClr val="092C74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Body Text">
            <a:extLst>
              <a:ext uri="{FF2B5EF4-FFF2-40B4-BE49-F238E27FC236}">
                <a16:creationId xmlns:a16="http://schemas.microsoft.com/office/drawing/2014/main" id="{4B6AB3A2-1B90-4E53-9B04-A72DC3F6B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3749" y="2723542"/>
            <a:ext cx="4953051" cy="7374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AA0F990B-C544-47FD-B660-9B95AC702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1162075"/>
            <a:ext cx="2819349" cy="2819349"/>
          </a:xfrm>
          <a:custGeom>
            <a:avLst/>
            <a:gdLst>
              <a:gd name="connsiteX0" fmla="*/ 1879566 w 3759132"/>
              <a:gd name="connsiteY0" fmla="*/ 0 h 3759132"/>
              <a:gd name="connsiteX1" fmla="*/ 3759132 w 3759132"/>
              <a:gd name="connsiteY1" fmla="*/ 1879566 h 3759132"/>
              <a:gd name="connsiteX2" fmla="*/ 1879566 w 3759132"/>
              <a:gd name="connsiteY2" fmla="*/ 3759132 h 3759132"/>
              <a:gd name="connsiteX3" fmla="*/ 0 w 3759132"/>
              <a:gd name="connsiteY3" fmla="*/ 1879566 h 3759132"/>
              <a:gd name="connsiteX4" fmla="*/ 1879566 w 3759132"/>
              <a:gd name="connsiteY4" fmla="*/ 0 h 375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9132" h="3759132">
                <a:moveTo>
                  <a:pt x="1879566" y="0"/>
                </a:moveTo>
                <a:cubicBezTo>
                  <a:pt x="2917622" y="0"/>
                  <a:pt x="3759132" y="841510"/>
                  <a:pt x="3759132" y="1879566"/>
                </a:cubicBezTo>
                <a:cubicBezTo>
                  <a:pt x="3759132" y="2917622"/>
                  <a:pt x="2917622" y="3759132"/>
                  <a:pt x="1879566" y="3759132"/>
                </a:cubicBezTo>
                <a:cubicBezTo>
                  <a:pt x="841510" y="3759132"/>
                  <a:pt x="0" y="2917622"/>
                  <a:pt x="0" y="1879566"/>
                </a:cubicBezTo>
                <a:cubicBezTo>
                  <a:pt x="0" y="841510"/>
                  <a:pt x="841510" y="0"/>
                  <a:pt x="18795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id-ID" dirty="0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F501A6CF-A735-4626-98DA-9E8B0FD312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3476" y="405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9D01B63B-5697-4312-8E71-329C97791FCC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72AF7E56-FAB2-4B4F-84DF-5DD134D2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56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15760-3E07-42D4-A21D-F0FD40BE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268391" cy="2686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1B6ABB6-9249-43D4-9BFB-1F42958AF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7" y="148856"/>
            <a:ext cx="3588328" cy="869463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AAC933-258D-4315-BE02-5E15627A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" y="1018847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0E77657-A0B6-49EF-B483-225CE89E5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436" y="1378656"/>
            <a:ext cx="3588328" cy="7374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AED0488D-2197-437E-977B-1F0684754E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3110345"/>
            <a:ext cx="4268624" cy="161414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7" name="Picture 1">
            <a:extLst>
              <a:ext uri="{FF2B5EF4-FFF2-40B4-BE49-F238E27FC236}">
                <a16:creationId xmlns:a16="http://schemas.microsoft.com/office/drawing/2014/main" id="{B026DFBA-6B10-4A30-8151-CF6F094DFC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4268391" y="0"/>
            <a:ext cx="4875609" cy="2686049"/>
          </a:xfrm>
          <a:custGeom>
            <a:avLst/>
            <a:gdLst>
              <a:gd name="connsiteX0" fmla="*/ 0 w 6652591"/>
              <a:gd name="connsiteY0" fmla="*/ 0 h 3429000"/>
              <a:gd name="connsiteX1" fmla="*/ 6652591 w 6652591"/>
              <a:gd name="connsiteY1" fmla="*/ 0 h 3429000"/>
              <a:gd name="connsiteX2" fmla="*/ 6652591 w 6652591"/>
              <a:gd name="connsiteY2" fmla="*/ 3429000 h 3429000"/>
              <a:gd name="connsiteX3" fmla="*/ 0 w 665259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2591" h="3429000">
                <a:moveTo>
                  <a:pt x="0" y="0"/>
                </a:moveTo>
                <a:lnTo>
                  <a:pt x="6652591" y="0"/>
                </a:lnTo>
                <a:lnTo>
                  <a:pt x="6652591" y="3429000"/>
                </a:lnTo>
                <a:lnTo>
                  <a:pt x="0" y="34290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0" name="Picture 1 Citation">
            <a:extLst>
              <a:ext uri="{FF2B5EF4-FFF2-40B4-BE49-F238E27FC236}">
                <a16:creationId xmlns:a16="http://schemas.microsoft.com/office/drawing/2014/main" id="{934C4126-513D-4063-8159-9000EEF20C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3828" y="2686050"/>
            <a:ext cx="1426796" cy="205928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6" name="Picture 2">
            <a:extLst>
              <a:ext uri="{FF2B5EF4-FFF2-40B4-BE49-F238E27FC236}">
                <a16:creationId xmlns:a16="http://schemas.microsoft.com/office/drawing/2014/main" id="{2F36CBD8-DA4E-4734-8794-822955545B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6928" y="2686050"/>
            <a:ext cx="4268390" cy="2457450"/>
          </a:xfrm>
          <a:custGeom>
            <a:avLst/>
            <a:gdLst>
              <a:gd name="connsiteX0" fmla="*/ 0 w 2584174"/>
              <a:gd name="connsiteY0" fmla="*/ 0 h 3710609"/>
              <a:gd name="connsiteX1" fmla="*/ 2584174 w 2584174"/>
              <a:gd name="connsiteY1" fmla="*/ 0 h 3710609"/>
              <a:gd name="connsiteX2" fmla="*/ 2584174 w 2584174"/>
              <a:gd name="connsiteY2" fmla="*/ 3710609 h 3710609"/>
              <a:gd name="connsiteX3" fmla="*/ 0 w 2584174"/>
              <a:gd name="connsiteY3" fmla="*/ 3710609 h 3710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4174" h="3710609">
                <a:moveTo>
                  <a:pt x="0" y="0"/>
                </a:moveTo>
                <a:lnTo>
                  <a:pt x="2584174" y="0"/>
                </a:lnTo>
                <a:lnTo>
                  <a:pt x="2584174" y="3710609"/>
                </a:lnTo>
                <a:lnTo>
                  <a:pt x="0" y="371060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Picture 2 Citation">
            <a:extLst>
              <a:ext uri="{FF2B5EF4-FFF2-40B4-BE49-F238E27FC236}">
                <a16:creationId xmlns:a16="http://schemas.microsoft.com/office/drawing/2014/main" id="{84787030-AF2E-40DC-BF01-B820369026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5318" y="4860168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B1CCA31-5A25-479D-AD67-186535D4878C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35AF0EDF-51BB-4438-8F46-7DF1B21E6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47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90ABE2-A37C-4759-BB33-9EAD1E88A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1016" y="455556"/>
            <a:ext cx="3492984" cy="3093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99237"/>
            <a:ext cx="4581006" cy="865424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925" y="1430584"/>
            <a:ext cx="3571875" cy="3134272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0" y="1430584"/>
            <a:ext cx="4114800" cy="3134272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250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185CA7AE-7686-4662-B756-DCF209F5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DDFDD8-D646-43B5-AA68-7BD2BA874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1426369"/>
            <a:ext cx="4572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6" name="Picture"/>
          <p:cNvSpPr>
            <a:spLocks noGrp="1"/>
          </p:cNvSpPr>
          <p:nvPr>
            <p:ph type="pic" sz="quarter" idx="11"/>
          </p:nvPr>
        </p:nvSpPr>
        <p:spPr>
          <a:xfrm>
            <a:off x="0" y="1426369"/>
            <a:ext cx="4572000" cy="2743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16956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675" y="1797844"/>
            <a:ext cx="3676650" cy="2000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6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EB5493-B3A2-40C1-8BB1-AB892AD7F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2"/>
            <a:ext cx="3122840" cy="5143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FBF9887D-E6B3-4215-89CB-6D0E9B71B9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auto">
          <a:xfrm>
            <a:off x="857251" y="1248603"/>
            <a:ext cx="4531178" cy="2646293"/>
          </a:xfrm>
          <a:custGeom>
            <a:avLst/>
            <a:gdLst>
              <a:gd name="connsiteX0" fmla="*/ 0 w 6089373"/>
              <a:gd name="connsiteY0" fmla="*/ 0 h 3528391"/>
              <a:gd name="connsiteX1" fmla="*/ 6089373 w 6089373"/>
              <a:gd name="connsiteY1" fmla="*/ 0 h 3528391"/>
              <a:gd name="connsiteX2" fmla="*/ 6089373 w 6089373"/>
              <a:gd name="connsiteY2" fmla="*/ 3528391 h 3528391"/>
              <a:gd name="connsiteX3" fmla="*/ 0 w 6089373"/>
              <a:gd name="connsiteY3" fmla="*/ 3528391 h 3528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9373" h="3528391">
                <a:moveTo>
                  <a:pt x="0" y="0"/>
                </a:moveTo>
                <a:lnTo>
                  <a:pt x="6089373" y="0"/>
                </a:lnTo>
                <a:lnTo>
                  <a:pt x="6089373" y="3528391"/>
                </a:lnTo>
                <a:lnTo>
                  <a:pt x="0" y="352839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AD6D53B2-B358-42B0-8674-1675EB1C62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7251" y="3908750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7" name="Icon">
            <a:extLst>
              <a:ext uri="{FF2B5EF4-FFF2-40B4-BE49-F238E27FC236}">
                <a16:creationId xmlns:a16="http://schemas.microsoft.com/office/drawing/2014/main" id="{FE8CABBD-9B77-4E67-9A9B-7336CC8B4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297" y="1629793"/>
            <a:ext cx="339420" cy="288112"/>
          </a:xfrm>
          <a:custGeom>
            <a:avLst/>
            <a:gdLst>
              <a:gd name="T0" fmla="*/ 350 w 759"/>
              <a:gd name="T1" fmla="*/ 379 h 642"/>
              <a:gd name="T2" fmla="*/ 350 w 759"/>
              <a:gd name="T3" fmla="*/ 554 h 642"/>
              <a:gd name="T4" fmla="*/ 263 w 759"/>
              <a:gd name="T5" fmla="*/ 641 h 642"/>
              <a:gd name="T6" fmla="*/ 88 w 759"/>
              <a:gd name="T7" fmla="*/ 641 h 642"/>
              <a:gd name="T8" fmla="*/ 0 w 759"/>
              <a:gd name="T9" fmla="*/ 554 h 642"/>
              <a:gd name="T10" fmla="*/ 0 w 759"/>
              <a:gd name="T11" fmla="*/ 233 h 642"/>
              <a:gd name="T12" fmla="*/ 233 w 759"/>
              <a:gd name="T13" fmla="*/ 0 h 642"/>
              <a:gd name="T14" fmla="*/ 263 w 759"/>
              <a:gd name="T15" fmla="*/ 0 h 642"/>
              <a:gd name="T16" fmla="*/ 292 w 759"/>
              <a:gd name="T17" fmla="*/ 29 h 642"/>
              <a:gd name="T18" fmla="*/ 292 w 759"/>
              <a:gd name="T19" fmla="*/ 87 h 642"/>
              <a:gd name="T20" fmla="*/ 263 w 759"/>
              <a:gd name="T21" fmla="*/ 116 h 642"/>
              <a:gd name="T22" fmla="*/ 233 w 759"/>
              <a:gd name="T23" fmla="*/ 116 h 642"/>
              <a:gd name="T24" fmla="*/ 117 w 759"/>
              <a:gd name="T25" fmla="*/ 233 h 642"/>
              <a:gd name="T26" fmla="*/ 117 w 759"/>
              <a:gd name="T27" fmla="*/ 248 h 642"/>
              <a:gd name="T28" fmla="*/ 161 w 759"/>
              <a:gd name="T29" fmla="*/ 291 h 642"/>
              <a:gd name="T30" fmla="*/ 263 w 759"/>
              <a:gd name="T31" fmla="*/ 291 h 642"/>
              <a:gd name="T32" fmla="*/ 350 w 759"/>
              <a:gd name="T33" fmla="*/ 379 h 642"/>
              <a:gd name="T34" fmla="*/ 758 w 759"/>
              <a:gd name="T35" fmla="*/ 379 h 642"/>
              <a:gd name="T36" fmla="*/ 758 w 759"/>
              <a:gd name="T37" fmla="*/ 554 h 642"/>
              <a:gd name="T38" fmla="*/ 671 w 759"/>
              <a:gd name="T39" fmla="*/ 641 h 642"/>
              <a:gd name="T40" fmla="*/ 496 w 759"/>
              <a:gd name="T41" fmla="*/ 641 h 642"/>
              <a:gd name="T42" fmla="*/ 408 w 759"/>
              <a:gd name="T43" fmla="*/ 554 h 642"/>
              <a:gd name="T44" fmla="*/ 408 w 759"/>
              <a:gd name="T45" fmla="*/ 233 h 642"/>
              <a:gd name="T46" fmla="*/ 642 w 759"/>
              <a:gd name="T47" fmla="*/ 0 h 642"/>
              <a:gd name="T48" fmla="*/ 671 w 759"/>
              <a:gd name="T49" fmla="*/ 0 h 642"/>
              <a:gd name="T50" fmla="*/ 700 w 759"/>
              <a:gd name="T51" fmla="*/ 29 h 642"/>
              <a:gd name="T52" fmla="*/ 700 w 759"/>
              <a:gd name="T53" fmla="*/ 87 h 642"/>
              <a:gd name="T54" fmla="*/ 671 w 759"/>
              <a:gd name="T55" fmla="*/ 116 h 642"/>
              <a:gd name="T56" fmla="*/ 642 w 759"/>
              <a:gd name="T57" fmla="*/ 116 h 642"/>
              <a:gd name="T58" fmla="*/ 525 w 759"/>
              <a:gd name="T59" fmla="*/ 233 h 642"/>
              <a:gd name="T60" fmla="*/ 525 w 759"/>
              <a:gd name="T61" fmla="*/ 248 h 642"/>
              <a:gd name="T62" fmla="*/ 569 w 759"/>
              <a:gd name="T63" fmla="*/ 291 h 642"/>
              <a:gd name="T64" fmla="*/ 671 w 759"/>
              <a:gd name="T65" fmla="*/ 291 h 642"/>
              <a:gd name="T66" fmla="*/ 758 w 759"/>
              <a:gd name="T67" fmla="*/ 379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9" h="642">
                <a:moveTo>
                  <a:pt x="350" y="379"/>
                </a:moveTo>
                <a:lnTo>
                  <a:pt x="350" y="554"/>
                </a:lnTo>
                <a:cubicBezTo>
                  <a:pt x="350" y="602"/>
                  <a:pt x="311" y="641"/>
                  <a:pt x="263" y="641"/>
                </a:cubicBezTo>
                <a:lnTo>
                  <a:pt x="88" y="641"/>
                </a:lnTo>
                <a:cubicBezTo>
                  <a:pt x="39" y="641"/>
                  <a:pt x="0" y="602"/>
                  <a:pt x="0" y="554"/>
                </a:cubicBezTo>
                <a:lnTo>
                  <a:pt x="0" y="233"/>
                </a:lnTo>
                <a:cubicBezTo>
                  <a:pt x="0" y="105"/>
                  <a:pt x="105" y="0"/>
                  <a:pt x="233" y="0"/>
                </a:cubicBezTo>
                <a:lnTo>
                  <a:pt x="263" y="0"/>
                </a:lnTo>
                <a:cubicBezTo>
                  <a:pt x="279" y="0"/>
                  <a:pt x="292" y="13"/>
                  <a:pt x="292" y="29"/>
                </a:cubicBezTo>
                <a:lnTo>
                  <a:pt x="292" y="87"/>
                </a:lnTo>
                <a:cubicBezTo>
                  <a:pt x="292" y="103"/>
                  <a:pt x="279" y="116"/>
                  <a:pt x="263" y="116"/>
                </a:cubicBezTo>
                <a:lnTo>
                  <a:pt x="233" y="116"/>
                </a:lnTo>
                <a:cubicBezTo>
                  <a:pt x="169" y="116"/>
                  <a:pt x="117" y="169"/>
                  <a:pt x="117" y="233"/>
                </a:cubicBezTo>
                <a:lnTo>
                  <a:pt x="117" y="248"/>
                </a:lnTo>
                <a:cubicBezTo>
                  <a:pt x="117" y="272"/>
                  <a:pt x="136" y="291"/>
                  <a:pt x="161" y="291"/>
                </a:cubicBezTo>
                <a:lnTo>
                  <a:pt x="263" y="291"/>
                </a:lnTo>
                <a:cubicBezTo>
                  <a:pt x="311" y="291"/>
                  <a:pt x="350" y="330"/>
                  <a:pt x="350" y="379"/>
                </a:cubicBezTo>
                <a:close/>
                <a:moveTo>
                  <a:pt x="758" y="379"/>
                </a:moveTo>
                <a:lnTo>
                  <a:pt x="758" y="554"/>
                </a:lnTo>
                <a:cubicBezTo>
                  <a:pt x="758" y="602"/>
                  <a:pt x="719" y="641"/>
                  <a:pt x="671" y="641"/>
                </a:cubicBezTo>
                <a:lnTo>
                  <a:pt x="496" y="641"/>
                </a:lnTo>
                <a:cubicBezTo>
                  <a:pt x="447" y="641"/>
                  <a:pt x="408" y="602"/>
                  <a:pt x="408" y="554"/>
                </a:cubicBezTo>
                <a:lnTo>
                  <a:pt x="408" y="233"/>
                </a:lnTo>
                <a:cubicBezTo>
                  <a:pt x="408" y="105"/>
                  <a:pt x="513" y="0"/>
                  <a:pt x="642" y="0"/>
                </a:cubicBezTo>
                <a:lnTo>
                  <a:pt x="671" y="0"/>
                </a:lnTo>
                <a:cubicBezTo>
                  <a:pt x="687" y="0"/>
                  <a:pt x="700" y="13"/>
                  <a:pt x="700" y="29"/>
                </a:cubicBezTo>
                <a:lnTo>
                  <a:pt x="700" y="87"/>
                </a:lnTo>
                <a:cubicBezTo>
                  <a:pt x="700" y="103"/>
                  <a:pt x="687" y="116"/>
                  <a:pt x="671" y="116"/>
                </a:cubicBezTo>
                <a:lnTo>
                  <a:pt x="642" y="116"/>
                </a:lnTo>
                <a:cubicBezTo>
                  <a:pt x="577" y="116"/>
                  <a:pt x="525" y="169"/>
                  <a:pt x="525" y="233"/>
                </a:cubicBezTo>
                <a:lnTo>
                  <a:pt x="525" y="248"/>
                </a:lnTo>
                <a:cubicBezTo>
                  <a:pt x="525" y="272"/>
                  <a:pt x="545" y="291"/>
                  <a:pt x="569" y="291"/>
                </a:cubicBezTo>
                <a:lnTo>
                  <a:pt x="671" y="291"/>
                </a:lnTo>
                <a:cubicBezTo>
                  <a:pt x="719" y="291"/>
                  <a:pt x="758" y="330"/>
                  <a:pt x="758" y="379"/>
                </a:cubicBezTo>
                <a:close/>
              </a:path>
            </a:pathLst>
          </a:custGeom>
          <a:solidFill>
            <a:srgbClr val="092C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marL="0" marR="0" lvl="0" indent="0" algn="l" defTabSz="3429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E2BC00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D569EA10-43E0-4BEE-B214-09F7B8A232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8633" y="2149100"/>
            <a:ext cx="2452748" cy="1361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EE55CF8-625E-4400-8F6B-ECBACA3EBA5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1430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796" y="285751"/>
            <a:ext cx="8584406" cy="457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8702" y="1056529"/>
            <a:ext cx="3019509" cy="3030441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416326" y="1543050"/>
            <a:ext cx="4253948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Quote">
            <a:extLst>
              <a:ext uri="{FF2B5EF4-FFF2-40B4-BE49-F238E27FC236}">
                <a16:creationId xmlns:a16="http://schemas.microsoft.com/office/drawing/2014/main" id="{5C8A66A0-BC82-4893-917E-EB5E32A0EF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0255" y="1925782"/>
            <a:ext cx="3308447" cy="1330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5670273" y="1543050"/>
            <a:ext cx="2057400" cy="20574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0877" y="360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3785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796" y="285751"/>
            <a:ext cx="8584406" cy="45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8702" y="1056529"/>
            <a:ext cx="3019509" cy="3030441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416326" y="1543050"/>
            <a:ext cx="4253948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2E7280-E0EB-D34E-ACCA-E3CD4843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3" y="1757825"/>
            <a:ext cx="3941378" cy="1700078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5670273" y="1543050"/>
            <a:ext cx="2057400" cy="20574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0877" y="360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4126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AE8B6D00-0CE5-4F77-A502-4776F085A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D77B7E-D676-4430-9251-20A93BF45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1955E-A65C-4E31-A691-13A70FEE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479986"/>
            <a:ext cx="9144000" cy="2693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13" name="Picture 1">
            <a:extLst>
              <a:ext uri="{FF2B5EF4-FFF2-40B4-BE49-F238E27FC236}">
                <a16:creationId xmlns:a16="http://schemas.microsoft.com/office/drawing/2014/main" id="{3EF03DDC-6633-494B-9776-488C6BEEF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533919" y="155929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8" name="Picture 1 Citation">
            <a:extLst>
              <a:ext uri="{FF2B5EF4-FFF2-40B4-BE49-F238E27FC236}">
                <a16:creationId xmlns:a16="http://schemas.microsoft.com/office/drawing/2014/main" id="{23EDEA9D-6619-4636-9D0C-708BA2E0C9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163" y="3239365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4A0E21E2-0D13-441F-82DA-7A39FD0CFA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7750" y="358399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chemeClr val="bg1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1125">
              <a:buClr>
                <a:schemeClr val="bg1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  <a:lvl3pPr marL="914400" indent="-228600"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2E4C83EF-E5C1-438E-8B2B-8E1C2D8A34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auto">
          <a:xfrm>
            <a:off x="2683807" y="157401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9" name="Picture 2 Citation">
            <a:extLst>
              <a:ext uri="{FF2B5EF4-FFF2-40B4-BE49-F238E27FC236}">
                <a16:creationId xmlns:a16="http://schemas.microsoft.com/office/drawing/2014/main" id="{A0086350-D8A5-4130-8619-AE16BACE4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12135" y="3245850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21" name="Bullet 2">
            <a:extLst>
              <a:ext uri="{FF2B5EF4-FFF2-40B4-BE49-F238E27FC236}">
                <a16:creationId xmlns:a16="http://schemas.microsoft.com/office/drawing/2014/main" id="{D54FA790-8A27-4C02-86E4-F475F67FD4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83807" y="359871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chemeClr val="bg1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1125">
              <a:buClr>
                <a:schemeClr val="bg1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1" name="Picture 3">
            <a:extLst>
              <a:ext uri="{FF2B5EF4-FFF2-40B4-BE49-F238E27FC236}">
                <a16:creationId xmlns:a16="http://schemas.microsoft.com/office/drawing/2014/main" id="{A351FD4D-8E7A-4EB5-B689-26D5EE8CBD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auto">
          <a:xfrm>
            <a:off x="4796130" y="157401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0" name="Picture 3 Citation">
            <a:extLst>
              <a:ext uri="{FF2B5EF4-FFF2-40B4-BE49-F238E27FC236}">
                <a16:creationId xmlns:a16="http://schemas.microsoft.com/office/drawing/2014/main" id="{D6D743B7-EFB0-47FD-A3B0-8348B7AE46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6374" y="3243516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22" name="Bullet 3">
            <a:extLst>
              <a:ext uri="{FF2B5EF4-FFF2-40B4-BE49-F238E27FC236}">
                <a16:creationId xmlns:a16="http://schemas.microsoft.com/office/drawing/2014/main" id="{7E7E2D7E-6AA9-45C1-862B-20DD141626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63" y="359871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chemeClr val="bg1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1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0" name="Picture 4">
            <a:extLst>
              <a:ext uri="{FF2B5EF4-FFF2-40B4-BE49-F238E27FC236}">
                <a16:creationId xmlns:a16="http://schemas.microsoft.com/office/drawing/2014/main" id="{D8648803-C884-4BE6-8CD5-BC3B1F2680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6933252" y="155929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1" name="Picture 4 Citation">
            <a:extLst>
              <a:ext uri="{FF2B5EF4-FFF2-40B4-BE49-F238E27FC236}">
                <a16:creationId xmlns:a16="http://schemas.microsoft.com/office/drawing/2014/main" id="{CCE9FB30-9A0B-481A-8316-DA7750A5B6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3496" y="3229986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23" name="Bullet 4">
            <a:extLst>
              <a:ext uri="{FF2B5EF4-FFF2-40B4-BE49-F238E27FC236}">
                <a16:creationId xmlns:a16="http://schemas.microsoft.com/office/drawing/2014/main" id="{D7971259-2CFF-43DE-B8EF-1B4A73DC88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35168" y="3583996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chemeClr val="bg1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1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D7320757-0FB4-4CE4-B232-73364EDF6C68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8007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Callout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534" y="1600200"/>
            <a:ext cx="1943100" cy="19431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3886" y="1775113"/>
            <a:ext cx="5162914" cy="159327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rgbClr val="092C74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291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Blue Call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534" y="1600200"/>
            <a:ext cx="1943100" cy="19431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22E3D-8576-D248-8FD1-C324D7DFE63C}"/>
              </a:ext>
            </a:extLst>
          </p:cNvPr>
          <p:cNvSpPr/>
          <p:nvPr userDrawn="1"/>
        </p:nvSpPr>
        <p:spPr>
          <a:xfrm>
            <a:off x="3342290" y="1600200"/>
            <a:ext cx="5801710" cy="1943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028B7-D1DD-4A43-98BB-B15FB801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887" y="1821512"/>
            <a:ext cx="5472968" cy="15004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533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2059686"/>
            <a:ext cx="6400800" cy="1024128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400800"/>
                      <a:gd name="connsiteY0" fmla="*/ 0 h 1024128"/>
                      <a:gd name="connsiteX1" fmla="*/ 448056 w 6400800"/>
                      <a:gd name="connsiteY1" fmla="*/ 0 h 1024128"/>
                      <a:gd name="connsiteX2" fmla="*/ 1216152 w 6400800"/>
                      <a:gd name="connsiteY2" fmla="*/ 0 h 1024128"/>
                      <a:gd name="connsiteX3" fmla="*/ 1920240 w 6400800"/>
                      <a:gd name="connsiteY3" fmla="*/ 0 h 1024128"/>
                      <a:gd name="connsiteX4" fmla="*/ 2368296 w 6400800"/>
                      <a:gd name="connsiteY4" fmla="*/ 0 h 1024128"/>
                      <a:gd name="connsiteX5" fmla="*/ 2944368 w 6400800"/>
                      <a:gd name="connsiteY5" fmla="*/ 0 h 1024128"/>
                      <a:gd name="connsiteX6" fmla="*/ 3712464 w 6400800"/>
                      <a:gd name="connsiteY6" fmla="*/ 0 h 1024128"/>
                      <a:gd name="connsiteX7" fmla="*/ 4352544 w 6400800"/>
                      <a:gd name="connsiteY7" fmla="*/ 0 h 1024128"/>
                      <a:gd name="connsiteX8" fmla="*/ 5056632 w 6400800"/>
                      <a:gd name="connsiteY8" fmla="*/ 0 h 1024128"/>
                      <a:gd name="connsiteX9" fmla="*/ 5632704 w 6400800"/>
                      <a:gd name="connsiteY9" fmla="*/ 0 h 1024128"/>
                      <a:gd name="connsiteX10" fmla="*/ 6400800 w 6400800"/>
                      <a:gd name="connsiteY10" fmla="*/ 0 h 1024128"/>
                      <a:gd name="connsiteX11" fmla="*/ 6400800 w 6400800"/>
                      <a:gd name="connsiteY11" fmla="*/ 532547 h 1024128"/>
                      <a:gd name="connsiteX12" fmla="*/ 6400800 w 6400800"/>
                      <a:gd name="connsiteY12" fmla="*/ 1024128 h 1024128"/>
                      <a:gd name="connsiteX13" fmla="*/ 5952744 w 6400800"/>
                      <a:gd name="connsiteY13" fmla="*/ 1024128 h 1024128"/>
                      <a:gd name="connsiteX14" fmla="*/ 5504688 w 6400800"/>
                      <a:gd name="connsiteY14" fmla="*/ 1024128 h 1024128"/>
                      <a:gd name="connsiteX15" fmla="*/ 4800600 w 6400800"/>
                      <a:gd name="connsiteY15" fmla="*/ 1024128 h 1024128"/>
                      <a:gd name="connsiteX16" fmla="*/ 4352544 w 6400800"/>
                      <a:gd name="connsiteY16" fmla="*/ 1024128 h 1024128"/>
                      <a:gd name="connsiteX17" fmla="*/ 3712464 w 6400800"/>
                      <a:gd name="connsiteY17" fmla="*/ 1024128 h 1024128"/>
                      <a:gd name="connsiteX18" fmla="*/ 3200400 w 6400800"/>
                      <a:gd name="connsiteY18" fmla="*/ 1024128 h 1024128"/>
                      <a:gd name="connsiteX19" fmla="*/ 2560320 w 6400800"/>
                      <a:gd name="connsiteY19" fmla="*/ 1024128 h 1024128"/>
                      <a:gd name="connsiteX20" fmla="*/ 1920240 w 6400800"/>
                      <a:gd name="connsiteY20" fmla="*/ 1024128 h 1024128"/>
                      <a:gd name="connsiteX21" fmla="*/ 1280160 w 6400800"/>
                      <a:gd name="connsiteY21" fmla="*/ 1024128 h 1024128"/>
                      <a:gd name="connsiteX22" fmla="*/ 640080 w 6400800"/>
                      <a:gd name="connsiteY22" fmla="*/ 1024128 h 1024128"/>
                      <a:gd name="connsiteX23" fmla="*/ 0 w 6400800"/>
                      <a:gd name="connsiteY23" fmla="*/ 1024128 h 1024128"/>
                      <a:gd name="connsiteX24" fmla="*/ 0 w 6400800"/>
                      <a:gd name="connsiteY24" fmla="*/ 501823 h 1024128"/>
                      <a:gd name="connsiteX25" fmla="*/ 0 w 6400800"/>
                      <a:gd name="connsiteY25" fmla="*/ 0 h 1024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400800" h="1024128" fill="none" extrusionOk="0">
                        <a:moveTo>
                          <a:pt x="0" y="0"/>
                        </a:moveTo>
                        <a:cubicBezTo>
                          <a:pt x="114003" y="2240"/>
                          <a:pt x="334853" y="8483"/>
                          <a:pt x="448056" y="0"/>
                        </a:cubicBezTo>
                        <a:cubicBezTo>
                          <a:pt x="561259" y="-8483"/>
                          <a:pt x="898673" y="32867"/>
                          <a:pt x="1216152" y="0"/>
                        </a:cubicBezTo>
                        <a:cubicBezTo>
                          <a:pt x="1533631" y="-32867"/>
                          <a:pt x="1777884" y="21873"/>
                          <a:pt x="1920240" y="0"/>
                        </a:cubicBezTo>
                        <a:cubicBezTo>
                          <a:pt x="2062596" y="-21873"/>
                          <a:pt x="2221069" y="21062"/>
                          <a:pt x="2368296" y="0"/>
                        </a:cubicBezTo>
                        <a:cubicBezTo>
                          <a:pt x="2515523" y="-21062"/>
                          <a:pt x="2687131" y="-25525"/>
                          <a:pt x="2944368" y="0"/>
                        </a:cubicBezTo>
                        <a:cubicBezTo>
                          <a:pt x="3201605" y="25525"/>
                          <a:pt x="3525093" y="-23965"/>
                          <a:pt x="3712464" y="0"/>
                        </a:cubicBezTo>
                        <a:cubicBezTo>
                          <a:pt x="3899835" y="23965"/>
                          <a:pt x="4160557" y="-24896"/>
                          <a:pt x="4352544" y="0"/>
                        </a:cubicBezTo>
                        <a:cubicBezTo>
                          <a:pt x="4544531" y="24896"/>
                          <a:pt x="4867664" y="-32301"/>
                          <a:pt x="5056632" y="0"/>
                        </a:cubicBezTo>
                        <a:cubicBezTo>
                          <a:pt x="5245600" y="32301"/>
                          <a:pt x="5477915" y="3001"/>
                          <a:pt x="5632704" y="0"/>
                        </a:cubicBezTo>
                        <a:cubicBezTo>
                          <a:pt x="5787493" y="-3001"/>
                          <a:pt x="6237857" y="22197"/>
                          <a:pt x="6400800" y="0"/>
                        </a:cubicBezTo>
                        <a:cubicBezTo>
                          <a:pt x="6396578" y="133146"/>
                          <a:pt x="6403251" y="296148"/>
                          <a:pt x="6400800" y="532547"/>
                        </a:cubicBezTo>
                        <a:cubicBezTo>
                          <a:pt x="6398349" y="768946"/>
                          <a:pt x="6381196" y="898683"/>
                          <a:pt x="6400800" y="1024128"/>
                        </a:cubicBezTo>
                        <a:cubicBezTo>
                          <a:pt x="6268239" y="1024008"/>
                          <a:pt x="6143268" y="1010020"/>
                          <a:pt x="5952744" y="1024128"/>
                        </a:cubicBezTo>
                        <a:cubicBezTo>
                          <a:pt x="5762220" y="1038236"/>
                          <a:pt x="5643066" y="1008549"/>
                          <a:pt x="5504688" y="1024128"/>
                        </a:cubicBezTo>
                        <a:cubicBezTo>
                          <a:pt x="5366310" y="1039707"/>
                          <a:pt x="5106931" y="1022226"/>
                          <a:pt x="4800600" y="1024128"/>
                        </a:cubicBezTo>
                        <a:cubicBezTo>
                          <a:pt x="4494269" y="1026030"/>
                          <a:pt x="4548652" y="1032944"/>
                          <a:pt x="4352544" y="1024128"/>
                        </a:cubicBezTo>
                        <a:cubicBezTo>
                          <a:pt x="4156436" y="1015312"/>
                          <a:pt x="3931114" y="1004365"/>
                          <a:pt x="3712464" y="1024128"/>
                        </a:cubicBezTo>
                        <a:cubicBezTo>
                          <a:pt x="3493814" y="1043891"/>
                          <a:pt x="3437052" y="1026545"/>
                          <a:pt x="3200400" y="1024128"/>
                        </a:cubicBezTo>
                        <a:cubicBezTo>
                          <a:pt x="2963748" y="1021711"/>
                          <a:pt x="2864624" y="1004544"/>
                          <a:pt x="2560320" y="1024128"/>
                        </a:cubicBezTo>
                        <a:cubicBezTo>
                          <a:pt x="2256016" y="1043712"/>
                          <a:pt x="2229375" y="1000575"/>
                          <a:pt x="1920240" y="1024128"/>
                        </a:cubicBezTo>
                        <a:cubicBezTo>
                          <a:pt x="1611105" y="1047681"/>
                          <a:pt x="1448612" y="1019113"/>
                          <a:pt x="1280160" y="1024128"/>
                        </a:cubicBezTo>
                        <a:cubicBezTo>
                          <a:pt x="1111708" y="1029143"/>
                          <a:pt x="922508" y="1019914"/>
                          <a:pt x="640080" y="1024128"/>
                        </a:cubicBezTo>
                        <a:cubicBezTo>
                          <a:pt x="357652" y="1028342"/>
                          <a:pt x="253574" y="1044160"/>
                          <a:pt x="0" y="1024128"/>
                        </a:cubicBezTo>
                        <a:cubicBezTo>
                          <a:pt x="-2269" y="848950"/>
                          <a:pt x="14764" y="685118"/>
                          <a:pt x="0" y="501823"/>
                        </a:cubicBezTo>
                        <a:cubicBezTo>
                          <a:pt x="-14764" y="318529"/>
                          <a:pt x="23002" y="223198"/>
                          <a:pt x="0" y="0"/>
                        </a:cubicBezTo>
                        <a:close/>
                      </a:path>
                      <a:path w="6400800" h="1024128" stroke="0" extrusionOk="0">
                        <a:moveTo>
                          <a:pt x="0" y="0"/>
                        </a:moveTo>
                        <a:cubicBezTo>
                          <a:pt x="257510" y="5952"/>
                          <a:pt x="323222" y="-23013"/>
                          <a:pt x="576072" y="0"/>
                        </a:cubicBezTo>
                        <a:cubicBezTo>
                          <a:pt x="828922" y="23013"/>
                          <a:pt x="906989" y="-3764"/>
                          <a:pt x="1024128" y="0"/>
                        </a:cubicBezTo>
                        <a:cubicBezTo>
                          <a:pt x="1141267" y="3764"/>
                          <a:pt x="1608844" y="14506"/>
                          <a:pt x="1792224" y="0"/>
                        </a:cubicBezTo>
                        <a:cubicBezTo>
                          <a:pt x="1975604" y="-14506"/>
                          <a:pt x="2125923" y="3677"/>
                          <a:pt x="2368296" y="0"/>
                        </a:cubicBezTo>
                        <a:cubicBezTo>
                          <a:pt x="2610669" y="-3677"/>
                          <a:pt x="2825109" y="26561"/>
                          <a:pt x="2944368" y="0"/>
                        </a:cubicBezTo>
                        <a:cubicBezTo>
                          <a:pt x="3063627" y="-26561"/>
                          <a:pt x="3353138" y="-4308"/>
                          <a:pt x="3712464" y="0"/>
                        </a:cubicBezTo>
                        <a:cubicBezTo>
                          <a:pt x="4071790" y="4308"/>
                          <a:pt x="4009888" y="23758"/>
                          <a:pt x="4224528" y="0"/>
                        </a:cubicBezTo>
                        <a:cubicBezTo>
                          <a:pt x="4439168" y="-23758"/>
                          <a:pt x="4697605" y="-12830"/>
                          <a:pt x="4992624" y="0"/>
                        </a:cubicBezTo>
                        <a:cubicBezTo>
                          <a:pt x="5287643" y="12830"/>
                          <a:pt x="5398489" y="34515"/>
                          <a:pt x="5760720" y="0"/>
                        </a:cubicBezTo>
                        <a:cubicBezTo>
                          <a:pt x="6122951" y="-34515"/>
                          <a:pt x="6246735" y="28921"/>
                          <a:pt x="6400800" y="0"/>
                        </a:cubicBezTo>
                        <a:cubicBezTo>
                          <a:pt x="6379169" y="250330"/>
                          <a:pt x="6388764" y="374694"/>
                          <a:pt x="6400800" y="532547"/>
                        </a:cubicBezTo>
                        <a:cubicBezTo>
                          <a:pt x="6412836" y="690400"/>
                          <a:pt x="6398280" y="916356"/>
                          <a:pt x="6400800" y="1024128"/>
                        </a:cubicBezTo>
                        <a:cubicBezTo>
                          <a:pt x="6284915" y="1021275"/>
                          <a:pt x="6077492" y="1042253"/>
                          <a:pt x="5952744" y="1024128"/>
                        </a:cubicBezTo>
                        <a:cubicBezTo>
                          <a:pt x="5827996" y="1006003"/>
                          <a:pt x="5563410" y="1037273"/>
                          <a:pt x="5184648" y="1024128"/>
                        </a:cubicBezTo>
                        <a:cubicBezTo>
                          <a:pt x="4805886" y="1010983"/>
                          <a:pt x="4901458" y="1045731"/>
                          <a:pt x="4672584" y="1024128"/>
                        </a:cubicBezTo>
                        <a:cubicBezTo>
                          <a:pt x="4443710" y="1002525"/>
                          <a:pt x="4282734" y="1016145"/>
                          <a:pt x="4032504" y="1024128"/>
                        </a:cubicBezTo>
                        <a:cubicBezTo>
                          <a:pt x="3782274" y="1032111"/>
                          <a:pt x="3608184" y="1005870"/>
                          <a:pt x="3264408" y="1024128"/>
                        </a:cubicBezTo>
                        <a:cubicBezTo>
                          <a:pt x="2920632" y="1042386"/>
                          <a:pt x="2836861" y="997002"/>
                          <a:pt x="2624328" y="1024128"/>
                        </a:cubicBezTo>
                        <a:cubicBezTo>
                          <a:pt x="2411795" y="1051254"/>
                          <a:pt x="2380197" y="1041522"/>
                          <a:pt x="2176272" y="1024128"/>
                        </a:cubicBezTo>
                        <a:cubicBezTo>
                          <a:pt x="1972347" y="1006734"/>
                          <a:pt x="1811281" y="1033774"/>
                          <a:pt x="1664208" y="1024128"/>
                        </a:cubicBezTo>
                        <a:cubicBezTo>
                          <a:pt x="1517135" y="1014482"/>
                          <a:pt x="1095838" y="1045874"/>
                          <a:pt x="896112" y="1024128"/>
                        </a:cubicBezTo>
                        <a:cubicBezTo>
                          <a:pt x="696386" y="1002382"/>
                          <a:pt x="368294" y="1032078"/>
                          <a:pt x="0" y="1024128"/>
                        </a:cubicBezTo>
                        <a:cubicBezTo>
                          <a:pt x="11432" y="882552"/>
                          <a:pt x="17460" y="773110"/>
                          <a:pt x="0" y="532547"/>
                        </a:cubicBezTo>
                        <a:cubicBezTo>
                          <a:pt x="-17460" y="291984"/>
                          <a:pt x="-24626" y="19526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C484E3-124A-47D6-8B12-3738DF80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4753" y="1822294"/>
            <a:ext cx="474784" cy="474784"/>
            <a:chOff x="1503190" y="2206870"/>
            <a:chExt cx="633045" cy="63304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047BEA-0185-4428-83CD-C2CCF102C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3419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B4A0406-8E88-4181-A084-F1E09631C2E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19713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41340-23BB-4726-9CB7-A4F56882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547978" y="2846422"/>
            <a:ext cx="474784" cy="474784"/>
            <a:chOff x="1511836" y="2206870"/>
            <a:chExt cx="633045" cy="63304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46C6C1-5E6D-4844-89AC-AE75A1281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1884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3B8023-386E-4231-9B54-4F983B4E81D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28359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Page Number">
            <a:extLst>
              <a:ext uri="{FF2B5EF4-FFF2-40B4-BE49-F238E27FC236}">
                <a16:creationId xmlns:a16="http://schemas.microsoft.com/office/drawing/2014/main" id="{EE4A65FC-086F-464B-8207-2570400E7A4A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0B81A465-587E-44B8-B00B-02F8C200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71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A9969320-F42D-4BA1-8841-D6ABE618C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6897" y="1416362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76897" y="1742835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6897" y="2788039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76897" y="2465012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76897" y="3513663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76897" y="3836691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FDDCEC8F-2C58-466A-B78D-B21B7AC0B1B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53D41192-9C77-467F-9EF0-3D499A093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tem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FD5D22EA-DA0F-4003-95BD-68EF68F10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6897" y="1416362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76897" y="1742835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76897" y="2465012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6897" y="2801009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76897" y="3513663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76897" y="3849661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0" name="Item 4 Title">
            <a:extLst>
              <a:ext uri="{FF2B5EF4-FFF2-40B4-BE49-F238E27FC236}">
                <a16:creationId xmlns:a16="http://schemas.microsoft.com/office/drawing/2014/main" id="{6C648141-3B1A-4A5B-A08A-B937DA82B3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24232" y="1416361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A46F24BA-C9D1-4501-95F5-C0354BAA510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24232" y="1742834"/>
            <a:ext cx="2895103" cy="548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2" name="Item 5 Title">
            <a:extLst>
              <a:ext uri="{FF2B5EF4-FFF2-40B4-BE49-F238E27FC236}">
                <a16:creationId xmlns:a16="http://schemas.microsoft.com/office/drawing/2014/main" id="{199E24F4-ADFC-407D-A87C-57876863862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24232" y="2465011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3" name="Item 5 Text">
            <a:extLst>
              <a:ext uri="{FF2B5EF4-FFF2-40B4-BE49-F238E27FC236}">
                <a16:creationId xmlns:a16="http://schemas.microsoft.com/office/drawing/2014/main" id="{06BC9547-5CA5-4871-A52E-478C55785D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24232" y="2801009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4" name="Item 6 Title">
            <a:extLst>
              <a:ext uri="{FF2B5EF4-FFF2-40B4-BE49-F238E27FC236}">
                <a16:creationId xmlns:a16="http://schemas.microsoft.com/office/drawing/2014/main" id="{64F76CE0-35A5-4304-920D-2B9471C0FBD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24232" y="3518014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5" name="Item 6 Text">
            <a:extLst>
              <a:ext uri="{FF2B5EF4-FFF2-40B4-BE49-F238E27FC236}">
                <a16:creationId xmlns:a16="http://schemas.microsoft.com/office/drawing/2014/main" id="{DD69F438-DA31-4E08-BF66-576904C065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24232" y="3844485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9F557C48-BE62-4248-9796-19772B87DE87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6CB826C5-83CA-46C3-BD25-55E75A1E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2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7AA35A02-5774-42F0-A1FA-B29AFC502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7"/>
            <a:ext cx="8085415" cy="857543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1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4034" y="1411274"/>
            <a:ext cx="2670292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2244604"/>
            <a:ext cx="3587995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19675" y="1407603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43601" y="1411274"/>
            <a:ext cx="2664068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9675" y="2244604"/>
            <a:ext cx="3587995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7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95453A6-EC5B-4B81-81A5-76D3459C4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1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4034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22948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0650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22948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566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9" name="Item 3 Title">
            <a:extLst>
              <a:ext uri="{FF2B5EF4-FFF2-40B4-BE49-F238E27FC236}">
                <a16:creationId xmlns:a16="http://schemas.microsoft.com/office/drawing/2014/main" id="{6B8167EF-94E2-4549-81E1-E9702B15C1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7269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9566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86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562DE9AC-3143-4C46-8BEE-302ABA5A6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330" y="1463046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0" y="1947761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rgbClr val="092C74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14968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14968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chemeClr val="tx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93606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3606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rgbClr val="092C74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89823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89823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chemeClr val="tx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92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8B841-262A-4B03-B51F-86A89C000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22279"/>
            <a:ext cx="9144000" cy="27432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2B397-6BB2-4E5C-A669-F186A3D52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4AD5310A-E63C-46AA-841F-B738FFBFC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Item 1 Title">
            <a:extLst>
              <a:ext uri="{FF2B5EF4-FFF2-40B4-BE49-F238E27FC236}">
                <a16:creationId xmlns:a16="http://schemas.microsoft.com/office/drawing/2014/main" id="{5CE35401-0622-4F68-B52B-0F9A26D1D1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2988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19" name="Item 1 Text">
            <a:extLst>
              <a:ext uri="{FF2B5EF4-FFF2-40B4-BE49-F238E27FC236}">
                <a16:creationId xmlns:a16="http://schemas.microsoft.com/office/drawing/2014/main" id="{719B202F-5339-48FA-88EA-2887B53BB1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988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0" name="Item 2 Title">
            <a:extLst>
              <a:ext uri="{FF2B5EF4-FFF2-40B4-BE49-F238E27FC236}">
                <a16:creationId xmlns:a16="http://schemas.microsoft.com/office/drawing/2014/main" id="{155CFADC-A293-4DC1-B7C0-7F7CAF86E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25730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1" name="Item 2 Text">
            <a:extLst>
              <a:ext uri="{FF2B5EF4-FFF2-40B4-BE49-F238E27FC236}">
                <a16:creationId xmlns:a16="http://schemas.microsoft.com/office/drawing/2014/main" id="{9BA58F50-BBFB-4D8E-971B-70C7E6E2E1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25729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Item 3 Title">
            <a:extLst>
              <a:ext uri="{FF2B5EF4-FFF2-40B4-BE49-F238E27FC236}">
                <a16:creationId xmlns:a16="http://schemas.microsoft.com/office/drawing/2014/main" id="{C2583F76-A149-4B1E-B2E1-E81708D7BA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8014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3" name="Item 3 Text">
            <a:extLst>
              <a:ext uri="{FF2B5EF4-FFF2-40B4-BE49-F238E27FC236}">
                <a16:creationId xmlns:a16="http://schemas.microsoft.com/office/drawing/2014/main" id="{183F46EB-750F-4011-9A50-C39EEC86CF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8014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97A8C763-37D1-4725-B3D2-FC0A67A964F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2EF39E04-01D7-4A82-82EA-2710EF2F1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7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314DC-C137-41F8-98CE-32A5569A3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41763441-4DFB-415A-8FDD-F25000B42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7" y="212651"/>
            <a:ext cx="3706784" cy="86846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7E358B-7B56-4BC0-B6CA-543BB3564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480" y="1083327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Picture"/>
          <p:cNvSpPr>
            <a:spLocks noGrp="1"/>
          </p:cNvSpPr>
          <p:nvPr>
            <p:ph type="pic" sz="quarter" idx="1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 dirty="0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90C07639-CECF-46C2-ADBD-7DAC7ABB98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45204" y="490794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5A2FFEA5-78D4-4F42-8199-3E026DEC8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4656" y="1428826"/>
            <a:ext cx="2631564" cy="320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227AE2F4-71EB-4595-8BFD-8A2BBCA8FB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4656" y="176213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itle">
            <a:extLst>
              <a:ext uri="{FF2B5EF4-FFF2-40B4-BE49-F238E27FC236}">
                <a16:creationId xmlns:a16="http://schemas.microsoft.com/office/drawing/2014/main" id="{345A8F90-2745-42D6-A5DD-A6FA8552EB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4656" y="2322869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9" name="Item 2 Text">
            <a:extLst>
              <a:ext uri="{FF2B5EF4-FFF2-40B4-BE49-F238E27FC236}">
                <a16:creationId xmlns:a16="http://schemas.microsoft.com/office/drawing/2014/main" id="{1AD0D53E-20B9-43F3-ADFF-9C23B04A85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4656" y="2658089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1" name="Item 3 Title">
            <a:extLst>
              <a:ext uri="{FF2B5EF4-FFF2-40B4-BE49-F238E27FC236}">
                <a16:creationId xmlns:a16="http://schemas.microsoft.com/office/drawing/2014/main" id="{0E415360-5B51-466C-A6F2-E55A2B6F08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656" y="3238702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D3612866-9A4B-4847-A6D5-8268D9C4E0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656" y="357946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3" name="Item 4 Title">
            <a:extLst>
              <a:ext uri="{FF2B5EF4-FFF2-40B4-BE49-F238E27FC236}">
                <a16:creationId xmlns:a16="http://schemas.microsoft.com/office/drawing/2014/main" id="{3F85E08E-3D8F-4BCA-8B02-B5D69C061E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656" y="4153894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44" name="Item 4 Text">
            <a:extLst>
              <a:ext uri="{FF2B5EF4-FFF2-40B4-BE49-F238E27FC236}">
                <a16:creationId xmlns:a16="http://schemas.microsoft.com/office/drawing/2014/main" id="{C1F16FCB-5383-489D-9570-344080E60E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656" y="4475797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AD80480C-BCE4-F8AE-1888-D35CDB29D6DE}"/>
              </a:ext>
            </a:extLst>
          </p:cNvPr>
          <p:cNvSpPr txBox="1"/>
          <p:nvPr userDrawn="1"/>
        </p:nvSpPr>
        <p:spPr>
          <a:xfrm>
            <a:off x="-400049" y="4895931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37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 - Light Blue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2286680-84B1-468A-8675-164CE4393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0016" y="212650"/>
            <a:ext cx="3706784" cy="869809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rgbClr val="092C7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51435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 dirty="0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13223670-BBEB-4361-8EA3-4E1A5435EE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0" y="486016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>
                <a:solidFill>
                  <a:srgbClr val="092C74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BB1EC0-18D2-43C4-9328-501A6434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47488" y="1083767"/>
            <a:ext cx="778180" cy="10334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0" name="Item 1 Title">
            <a:extLst>
              <a:ext uri="{FF2B5EF4-FFF2-40B4-BE49-F238E27FC236}">
                <a16:creationId xmlns:a16="http://schemas.microsoft.com/office/drawing/2014/main" id="{BF4C2CE7-8EAB-4C95-B1DF-56077F3C7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00906" y="1428826"/>
            <a:ext cx="2631564" cy="320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1" name="Item 1 Text">
            <a:extLst>
              <a:ext uri="{FF2B5EF4-FFF2-40B4-BE49-F238E27FC236}">
                <a16:creationId xmlns:a16="http://schemas.microsoft.com/office/drawing/2014/main" id="{E625F40A-7E88-4825-BA8B-6E8F98F70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0906" y="176213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2" name="Item 2 Title">
            <a:extLst>
              <a:ext uri="{FF2B5EF4-FFF2-40B4-BE49-F238E27FC236}">
                <a16:creationId xmlns:a16="http://schemas.microsoft.com/office/drawing/2014/main" id="{EAF7F9B1-5558-4A7E-91C6-7DB8DC4B3E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0906" y="2322869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3" name="Item 2 Text">
            <a:extLst>
              <a:ext uri="{FF2B5EF4-FFF2-40B4-BE49-F238E27FC236}">
                <a16:creationId xmlns:a16="http://schemas.microsoft.com/office/drawing/2014/main" id="{8A58E8F1-F71E-4337-A348-930BBBE80E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0906" y="2658089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3 Title">
            <a:extLst>
              <a:ext uri="{FF2B5EF4-FFF2-40B4-BE49-F238E27FC236}">
                <a16:creationId xmlns:a16="http://schemas.microsoft.com/office/drawing/2014/main" id="{B7ACD949-03A3-43F6-ACE5-5D98460782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00906" y="3238702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35" name="Item 3 Text">
            <a:extLst>
              <a:ext uri="{FF2B5EF4-FFF2-40B4-BE49-F238E27FC236}">
                <a16:creationId xmlns:a16="http://schemas.microsoft.com/office/drawing/2014/main" id="{10259CDC-B4C8-4DEE-9798-0066E12E95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00906" y="357946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4 Title">
            <a:extLst>
              <a:ext uri="{FF2B5EF4-FFF2-40B4-BE49-F238E27FC236}">
                <a16:creationId xmlns:a16="http://schemas.microsoft.com/office/drawing/2014/main" id="{12305E31-24E6-4A77-886F-5014FEE173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0906" y="4153894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37" name="Item 4 Text">
            <a:extLst>
              <a:ext uri="{FF2B5EF4-FFF2-40B4-BE49-F238E27FC236}">
                <a16:creationId xmlns:a16="http://schemas.microsoft.com/office/drawing/2014/main" id="{FDA9282E-D47F-4C92-9C94-945CC2D37A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0906" y="4475797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1EFCF2D6-1B7A-475C-8D39-C1DC70050108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rgbClr val="092C74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95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FC4CE32-48E2-3B4B-A344-FA1B60CC3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19" y="1125404"/>
            <a:ext cx="3587994" cy="509105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919" y="1732115"/>
            <a:ext cx="3587995" cy="2955829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17263" y="1121733"/>
            <a:ext cx="3587994" cy="509105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7263" y="1732115"/>
            <a:ext cx="3587995" cy="2955829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69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B452B98A-49AE-D745-88D4-EBD54A1A3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0" y="1190555"/>
            <a:ext cx="2498103" cy="509105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1820193"/>
            <a:ext cx="2498103" cy="27422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22947" y="1190555"/>
            <a:ext cx="2498103" cy="509105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22948" y="1820193"/>
            <a:ext cx="2498103" cy="27422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565" y="1190555"/>
            <a:ext cx="2498103" cy="509105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9566" y="1820193"/>
            <a:ext cx="2498103" cy="27422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83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E5F8C0C4-F46E-7C48-AC3A-8898F331F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330" y="1147734"/>
            <a:ext cx="1817849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0" y="1585735"/>
            <a:ext cx="1817849" cy="2944168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rgbClr val="092C74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14968" y="1132682"/>
            <a:ext cx="1817849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14968" y="1570683"/>
            <a:ext cx="1817849" cy="2944168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93606" y="1132682"/>
            <a:ext cx="1817849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3606" y="1570683"/>
            <a:ext cx="1817849" cy="2944168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rgbClr val="092C74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89823" y="1132682"/>
            <a:ext cx="1817849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89823" y="1570683"/>
            <a:ext cx="1817849" cy="2944168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092C74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50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A42F6F62-4CCC-134C-94B4-C90A17781E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245" y="1158793"/>
            <a:ext cx="1554480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8" name="Table or Image">
            <a:extLst>
              <a:ext uri="{FF2B5EF4-FFF2-40B4-BE49-F238E27FC236}">
                <a16:creationId xmlns:a16="http://schemas.microsoft.com/office/drawing/2014/main" id="{DDD4E2F5-1A81-4241-9AE5-D5CFB69EC29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36245" y="1585735"/>
            <a:ext cx="1554480" cy="2944167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rgbClr val="092C74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40518" y="1177378"/>
            <a:ext cx="1554480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9" name="Table or Image">
            <a:extLst>
              <a:ext uri="{FF2B5EF4-FFF2-40B4-BE49-F238E27FC236}">
                <a16:creationId xmlns:a16="http://schemas.microsoft.com/office/drawing/2014/main" id="{F77511AE-C7BF-5C49-A300-0159E6B307C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940518" y="1585735"/>
            <a:ext cx="1554480" cy="2944167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rgbClr val="092C74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55301" y="1161448"/>
            <a:ext cx="1554480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0" name="Table or Image">
            <a:extLst>
              <a:ext uri="{FF2B5EF4-FFF2-40B4-BE49-F238E27FC236}">
                <a16:creationId xmlns:a16="http://schemas.microsoft.com/office/drawing/2014/main" id="{DA770E6D-EA2A-544D-B9F7-A7FC458B64A0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755301" y="1585734"/>
            <a:ext cx="1554480" cy="2944167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rgbClr val="092C74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12124" y="1156358"/>
            <a:ext cx="1554480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1" name="Table or Image">
            <a:extLst>
              <a:ext uri="{FF2B5EF4-FFF2-40B4-BE49-F238E27FC236}">
                <a16:creationId xmlns:a16="http://schemas.microsoft.com/office/drawing/2014/main" id="{61CE47B8-4BB9-A84E-869C-30790EAB0AC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612124" y="1577526"/>
            <a:ext cx="1554480" cy="2944167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rgbClr val="092C74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22" name="Item 4 Title">
            <a:extLst>
              <a:ext uri="{FF2B5EF4-FFF2-40B4-BE49-F238E27FC236}">
                <a16:creationId xmlns:a16="http://schemas.microsoft.com/office/drawing/2014/main" id="{73A9FB82-86AB-A14D-B614-A001BB31BF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58437" y="1156358"/>
            <a:ext cx="1554480" cy="269978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3" name="Table or Image">
            <a:extLst>
              <a:ext uri="{FF2B5EF4-FFF2-40B4-BE49-F238E27FC236}">
                <a16:creationId xmlns:a16="http://schemas.microsoft.com/office/drawing/2014/main" id="{F17C3906-CD72-3449-B9D3-E90ED24E9D2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458437" y="1577525"/>
            <a:ext cx="1554480" cy="2944167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rgbClr val="092C74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5855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B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778FCE4-C62E-45FA-8069-17E0CDE13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9DD6EC-3A2E-4812-A2E6-1C882E728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292223D0-D3C4-4777-99E4-9D82F50E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Freeform 51">
            <a:extLst>
              <a:ext uri="{FF2B5EF4-FFF2-40B4-BE49-F238E27FC236}">
                <a16:creationId xmlns:a16="http://schemas.microsoft.com/office/drawing/2014/main" id="{31EE5489-B926-442C-94BA-1A6E7A33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50">
            <a:extLst>
              <a:ext uri="{FF2B5EF4-FFF2-40B4-BE49-F238E27FC236}">
                <a16:creationId xmlns:a16="http://schemas.microsoft.com/office/drawing/2014/main" id="{0F0864E6-B7A6-4C69-8357-3EDC0D214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03599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CF7F85ED-1788-4035-BB4F-6D2978521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03599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3906D885-91E2-495E-8164-51394DAE8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96396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Freeform 51">
            <a:extLst>
              <a:ext uri="{FF2B5EF4-FFF2-40B4-BE49-F238E27FC236}">
                <a16:creationId xmlns:a16="http://schemas.microsoft.com/office/drawing/2014/main" id="{CEC72A60-0F45-4275-849F-4CE6DC1DA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96396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ounded Rectangle 50">
            <a:extLst>
              <a:ext uri="{FF2B5EF4-FFF2-40B4-BE49-F238E27FC236}">
                <a16:creationId xmlns:a16="http://schemas.microsoft.com/office/drawing/2014/main" id="{7911D00D-6CBC-4CBB-BA40-3F7DD5D6E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9998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Freeform 51">
            <a:extLst>
              <a:ext uri="{FF2B5EF4-FFF2-40B4-BE49-F238E27FC236}">
                <a16:creationId xmlns:a16="http://schemas.microsoft.com/office/drawing/2014/main" id="{3070A7B9-8096-4FC1-B9A9-1DC3667A8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9998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CBB440B9-9FB0-429F-AB08-BBD8A2B690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9585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0" name="Item 1 Text">
            <a:extLst>
              <a:ext uri="{FF2B5EF4-FFF2-40B4-BE49-F238E27FC236}">
                <a16:creationId xmlns:a16="http://schemas.microsoft.com/office/drawing/2014/main" id="{B86E20F2-B95C-4AAF-A804-AC965C9DDA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094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Item 2 Title">
            <a:extLst>
              <a:ext uri="{FF2B5EF4-FFF2-40B4-BE49-F238E27FC236}">
                <a16:creationId xmlns:a16="http://schemas.microsoft.com/office/drawing/2014/main" id="{DBAFC4B2-E381-4378-893A-B29557D52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03598" y="3821310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1" name="Item 2 Text">
            <a:extLst>
              <a:ext uri="{FF2B5EF4-FFF2-40B4-BE49-F238E27FC236}">
                <a16:creationId xmlns:a16="http://schemas.microsoft.com/office/drawing/2014/main" id="{5ACE404C-6884-4FD6-9E39-6F4642E21C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2492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CBB1EDA8-6036-4E17-9138-598F3F97F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9998" y="3829585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39A1E9ED-B596-479E-82B0-63CC2B1444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68891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4 Title">
            <a:extLst>
              <a:ext uri="{FF2B5EF4-FFF2-40B4-BE49-F238E27FC236}">
                <a16:creationId xmlns:a16="http://schemas.microsoft.com/office/drawing/2014/main" id="{39E2E930-054A-4609-BFA9-2CE06617C6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96395" y="3823322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3" name="Item 4 Text">
            <a:extLst>
              <a:ext uri="{FF2B5EF4-FFF2-40B4-BE49-F238E27FC236}">
                <a16:creationId xmlns:a16="http://schemas.microsoft.com/office/drawing/2014/main" id="{B72F7BCA-C0F0-43BC-B657-9FB6EFC280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5291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8866A15F-DCF2-4E46-9717-924DF8C8B4D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5" name="WSE logo">
            <a:extLst>
              <a:ext uri="{FF2B5EF4-FFF2-40B4-BE49-F238E27FC236}">
                <a16:creationId xmlns:a16="http://schemas.microsoft.com/office/drawing/2014/main" id="{19FC6418-4FC7-4934-8CD1-E5AF55A2D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1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3419849-0545-4B89-A5B7-FF533AE49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D022E-F298-41C1-A7B7-039B713FE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E92223-2425-4BB3-B685-E72F60D8C5DE}"/>
              </a:ext>
            </a:extLst>
          </p:cNvPr>
          <p:cNvSpPr/>
          <p:nvPr userDrawn="1"/>
        </p:nvSpPr>
        <p:spPr>
          <a:xfrm>
            <a:off x="0" y="1322279"/>
            <a:ext cx="9144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">
            <a:extLst>
              <a:ext uri="{FF2B5EF4-FFF2-40B4-BE49-F238E27FC236}">
                <a16:creationId xmlns:a16="http://schemas.microsoft.com/office/drawing/2014/main" id="{6D3B5A7A-FA71-45F6-B598-E0C3B7283D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128" y="1628441"/>
            <a:ext cx="1138620" cy="8858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9" name="Item 1 Title">
            <a:extLst>
              <a:ext uri="{FF2B5EF4-FFF2-40B4-BE49-F238E27FC236}">
                <a16:creationId xmlns:a16="http://schemas.microsoft.com/office/drawing/2014/main" id="{799131B7-F763-47D6-93E0-5165F0A510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5507" y="1628442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0" name="Item 1 Text">
            <a:extLst>
              <a:ext uri="{FF2B5EF4-FFF2-40B4-BE49-F238E27FC236}">
                <a16:creationId xmlns:a16="http://schemas.microsoft.com/office/drawing/2014/main" id="{2D24E43C-2F40-4506-AF1F-B9C3166E8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6298" y="2009131"/>
            <a:ext cx="2618125" cy="5051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1" name="Item 2">
            <a:extLst>
              <a:ext uri="{FF2B5EF4-FFF2-40B4-BE49-F238E27FC236}">
                <a16:creationId xmlns:a16="http://schemas.microsoft.com/office/drawing/2014/main" id="{74774B04-A3DF-4AA9-9343-BB068D544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0370" y="1623264"/>
            <a:ext cx="1138620" cy="8910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2" name="Item 2 Title">
            <a:extLst>
              <a:ext uri="{FF2B5EF4-FFF2-40B4-BE49-F238E27FC236}">
                <a16:creationId xmlns:a16="http://schemas.microsoft.com/office/drawing/2014/main" id="{3531EBBF-C805-4E8A-9227-766EB6C3A8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2750" y="1623265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3" name="Item 2 Text">
            <a:extLst>
              <a:ext uri="{FF2B5EF4-FFF2-40B4-BE49-F238E27FC236}">
                <a16:creationId xmlns:a16="http://schemas.microsoft.com/office/drawing/2014/main" id="{D7BBE6EB-6807-4CBE-BB58-5B8D9321D0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3540" y="2003955"/>
            <a:ext cx="2618125" cy="510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7" name="Item 3">
            <a:extLst>
              <a:ext uri="{FF2B5EF4-FFF2-40B4-BE49-F238E27FC236}">
                <a16:creationId xmlns:a16="http://schemas.microsoft.com/office/drawing/2014/main" id="{38486228-4BB2-43AE-9377-DBADDC1303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3128" y="2817420"/>
            <a:ext cx="1138620" cy="9449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8692B854-CADA-4E07-8BD7-69FFD667356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75507" y="2817420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9" name="Item 3 Text">
            <a:extLst>
              <a:ext uri="{FF2B5EF4-FFF2-40B4-BE49-F238E27FC236}">
                <a16:creationId xmlns:a16="http://schemas.microsoft.com/office/drawing/2014/main" id="{F27699BB-0AEC-44C1-B1CC-D3562D17AD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66298" y="3198109"/>
            <a:ext cx="2618125" cy="5642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4" name="Item 4">
            <a:extLst>
              <a:ext uri="{FF2B5EF4-FFF2-40B4-BE49-F238E27FC236}">
                <a16:creationId xmlns:a16="http://schemas.microsoft.com/office/drawing/2014/main" id="{810A168E-980B-4151-B586-F2239D937E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0370" y="2817421"/>
            <a:ext cx="1138620" cy="9449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5" name="Item 4 Title">
            <a:extLst>
              <a:ext uri="{FF2B5EF4-FFF2-40B4-BE49-F238E27FC236}">
                <a16:creationId xmlns:a16="http://schemas.microsoft.com/office/drawing/2014/main" id="{DDC595D8-EB71-43C5-84CE-CE8AB97F4A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82750" y="2817420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6" name="Item 4 Text">
            <a:extLst>
              <a:ext uri="{FF2B5EF4-FFF2-40B4-BE49-F238E27FC236}">
                <a16:creationId xmlns:a16="http://schemas.microsoft.com/office/drawing/2014/main" id="{A79F3471-2DC3-4DFD-93E8-16AB2BF1B5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540" y="3198110"/>
            <a:ext cx="2618125" cy="5642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B2B5D48A-DCAA-4355-8D13-9B74715A0CF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C83FCD4E-D545-4E7C-8444-5C2049042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055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-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">
            <a:extLst>
              <a:ext uri="{FF2B5EF4-FFF2-40B4-BE49-F238E27FC236}">
                <a16:creationId xmlns:a16="http://schemas.microsoft.com/office/drawing/2014/main" id="{7E539BF3-9B27-418B-9CEE-4FF35DD5C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50669"/>
            <a:ext cx="8085415" cy="813991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9C6D85-6054-4333-A45C-6D56E5C8F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CCCF60EE-1BED-491D-B9BA-8143FCFB7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529177"/>
            <a:ext cx="2743200" cy="2743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35"/>
            <a:endParaRPr lang="uk-UA" sz="1013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D820D5E2-D70E-40F8-996C-E42A9E05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529177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35"/>
            <a:endParaRPr lang="uk-UA" sz="3000" b="1" dirty="0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val 3">
            <a:extLst>
              <a:ext uri="{FF2B5EF4-FFF2-40B4-BE49-F238E27FC236}">
                <a16:creationId xmlns:a16="http://schemas.microsoft.com/office/drawing/2014/main" id="{915D9C8A-79D6-45FE-A769-F81341B6A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529177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 dirty="0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C18A0C12-944E-4AFB-AA08-F2D684A8D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339511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 dirty="0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54B1F908-AE10-43AA-BBC9-E54F6EB0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3339511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 dirty="0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Item 1">
            <a:extLst>
              <a:ext uri="{FF2B5EF4-FFF2-40B4-BE49-F238E27FC236}">
                <a16:creationId xmlns:a16="http://schemas.microsoft.com/office/drawing/2014/main" id="{0B4A9D69-7C61-4078-8FE1-B23B404AC6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0399" y="1770465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1" name="Item 1 Title">
            <a:extLst>
              <a:ext uri="{FF2B5EF4-FFF2-40B4-BE49-F238E27FC236}">
                <a16:creationId xmlns:a16="http://schemas.microsoft.com/office/drawing/2014/main" id="{C0436A26-D262-436C-8C61-BA2F8775F7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3919" y="151173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Item 1 Text">
            <a:extLst>
              <a:ext uri="{FF2B5EF4-FFF2-40B4-BE49-F238E27FC236}">
                <a16:creationId xmlns:a16="http://schemas.microsoft.com/office/drawing/2014/main" id="{C7E732B7-944F-455D-BC24-3A11D5A0F6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3919" y="189242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Item 2">
            <a:extLst>
              <a:ext uri="{FF2B5EF4-FFF2-40B4-BE49-F238E27FC236}">
                <a16:creationId xmlns:a16="http://schemas.microsoft.com/office/drawing/2014/main" id="{5CBD3746-18D1-47D5-987D-E36BEF9A6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1770465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Item 2 Title">
            <a:extLst>
              <a:ext uri="{FF2B5EF4-FFF2-40B4-BE49-F238E27FC236}">
                <a16:creationId xmlns:a16="http://schemas.microsoft.com/office/drawing/2014/main" id="{0CB2F2DC-96B3-4884-B03D-70BF73AC29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33089" y="1511740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Item 2 Text">
            <a:extLst>
              <a:ext uri="{FF2B5EF4-FFF2-40B4-BE49-F238E27FC236}">
                <a16:creationId xmlns:a16="http://schemas.microsoft.com/office/drawing/2014/main" id="{2E5E5FDF-1722-441B-A1BB-5F9859FCCD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33089" y="1892430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Item 3">
            <a:extLst>
              <a:ext uri="{FF2B5EF4-FFF2-40B4-BE49-F238E27FC236}">
                <a16:creationId xmlns:a16="http://schemas.microsoft.com/office/drawing/2014/main" id="{56842972-1C06-42FE-85E3-B7FBE5A02A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3580798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9" name="Item 3 Title">
            <a:extLst>
              <a:ext uri="{FF2B5EF4-FFF2-40B4-BE49-F238E27FC236}">
                <a16:creationId xmlns:a16="http://schemas.microsoft.com/office/drawing/2014/main" id="{95264F1E-DEC9-41B7-93B3-E9C4B85C4C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33089" y="332950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Item 3 Text">
            <a:extLst>
              <a:ext uri="{FF2B5EF4-FFF2-40B4-BE49-F238E27FC236}">
                <a16:creationId xmlns:a16="http://schemas.microsoft.com/office/drawing/2014/main" id="{0AEC987B-A3A3-4497-9D60-7BD66C3516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33089" y="371019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Item 4">
            <a:extLst>
              <a:ext uri="{FF2B5EF4-FFF2-40B4-BE49-F238E27FC236}">
                <a16:creationId xmlns:a16="http://schemas.microsoft.com/office/drawing/2014/main" id="{D5780A37-62F6-43AD-AFF9-5BA34D600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399" y="3580798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3" name="Item 4 Title">
            <a:extLst>
              <a:ext uri="{FF2B5EF4-FFF2-40B4-BE49-F238E27FC236}">
                <a16:creationId xmlns:a16="http://schemas.microsoft.com/office/drawing/2014/main" id="{6AB04380-4CBA-4305-9BED-012A97108E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3919" y="332950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D395DBD5-7C77-4F82-9C58-E1B8D4A9E4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3919" y="371019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337385C6-202F-425F-831F-B84FAA6ED347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8" name="WSE logo">
            <a:extLst>
              <a:ext uri="{FF2B5EF4-FFF2-40B4-BE49-F238E27FC236}">
                <a16:creationId xmlns:a16="http://schemas.microsoft.com/office/drawing/2014/main" id="{933E971C-40DA-474D-96B8-B83B54C0B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9A560EA5-1934-452F-B7DA-9D16BD1F8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ADC3E0FB-FCB4-4F19-88D7-CB30CFF0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982" y="2402483"/>
            <a:ext cx="2770963" cy="1771489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1567"/>
              <a:gd name="connsiteY0" fmla="*/ 2293938 h 4089401"/>
              <a:gd name="connsiteX1" fmla="*/ 5301567 w 5301567"/>
              <a:gd name="connsiteY1" fmla="*/ 0 h 4089401"/>
              <a:gd name="connsiteX2" fmla="*/ 5299186 w 5301567"/>
              <a:gd name="connsiteY2" fmla="*/ 1763713 h 4089401"/>
              <a:gd name="connsiteX3" fmla="*/ 2381 w 5301567"/>
              <a:gd name="connsiteY3" fmla="*/ 4089401 h 4089401"/>
              <a:gd name="connsiteX4" fmla="*/ 0 w 5301567"/>
              <a:gd name="connsiteY4" fmla="*/ 2293938 h 4089401"/>
              <a:gd name="connsiteX0" fmla="*/ 0 w 5301796"/>
              <a:gd name="connsiteY0" fmla="*/ 2293938 h 4089401"/>
              <a:gd name="connsiteX1" fmla="*/ 5301567 w 5301796"/>
              <a:gd name="connsiteY1" fmla="*/ 0 h 4089401"/>
              <a:gd name="connsiteX2" fmla="*/ 5301567 w 5301796"/>
              <a:gd name="connsiteY2" fmla="*/ 1782763 h 4089401"/>
              <a:gd name="connsiteX3" fmla="*/ 2381 w 5301796"/>
              <a:gd name="connsiteY3" fmla="*/ 4089401 h 4089401"/>
              <a:gd name="connsiteX4" fmla="*/ 0 w 5301796"/>
              <a:gd name="connsiteY4" fmla="*/ 2293938 h 4089401"/>
              <a:gd name="connsiteX0" fmla="*/ 0 w 5306397"/>
              <a:gd name="connsiteY0" fmla="*/ 2293938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293938 h 4089401"/>
              <a:gd name="connsiteX0" fmla="*/ 0 w 5306397"/>
              <a:gd name="connsiteY0" fmla="*/ 2305845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305845 h 408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397" h="4089401">
                <a:moveTo>
                  <a:pt x="0" y="2305845"/>
                </a:moveTo>
                <a:lnTo>
                  <a:pt x="5301567" y="0"/>
                </a:lnTo>
                <a:cubicBezTo>
                  <a:pt x="5300773" y="587904"/>
                  <a:pt x="5307123" y="1192478"/>
                  <a:pt x="5306329" y="1780382"/>
                </a:cubicBezTo>
                <a:lnTo>
                  <a:pt x="2381" y="4089401"/>
                </a:lnTo>
                <a:cubicBezTo>
                  <a:pt x="0" y="3489326"/>
                  <a:pt x="2381" y="2905920"/>
                  <a:pt x="0" y="2305845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91C4870C-A169-4B4B-86B5-7832B8F99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179" y="1404647"/>
            <a:ext cx="2762363" cy="1772176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8711"/>
              <a:gd name="connsiteY0" fmla="*/ 230187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1875 h 4103688"/>
              <a:gd name="connsiteX0" fmla="*/ 4384 w 5313095"/>
              <a:gd name="connsiteY0" fmla="*/ 2301875 h 4094163"/>
              <a:gd name="connsiteX1" fmla="*/ 5313095 w 5313095"/>
              <a:gd name="connsiteY1" fmla="*/ 0 h 4094163"/>
              <a:gd name="connsiteX2" fmla="*/ 5303570 w 5313095"/>
              <a:gd name="connsiteY2" fmla="*/ 1778000 h 4094163"/>
              <a:gd name="connsiteX3" fmla="*/ 415 w 5313095"/>
              <a:gd name="connsiteY3" fmla="*/ 4094163 h 4094163"/>
              <a:gd name="connsiteX4" fmla="*/ 4384 w 5313095"/>
              <a:gd name="connsiteY4" fmla="*/ 2301875 h 4094163"/>
              <a:gd name="connsiteX0" fmla="*/ 0 w 5308711"/>
              <a:gd name="connsiteY0" fmla="*/ 2301875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1875 h 4090988"/>
              <a:gd name="connsiteX0" fmla="*/ 0 w 5308711"/>
              <a:gd name="connsiteY0" fmla="*/ 2309019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9019 h 4090988"/>
              <a:gd name="connsiteX0" fmla="*/ 0 w 5308711"/>
              <a:gd name="connsiteY0" fmla="*/ 2299494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299494 h 4090988"/>
              <a:gd name="connsiteX0" fmla="*/ 0 w 5318236"/>
              <a:gd name="connsiteY0" fmla="*/ 2299494 h 4090988"/>
              <a:gd name="connsiteX1" fmla="*/ 5318236 w 5318236"/>
              <a:gd name="connsiteY1" fmla="*/ 0 h 4090988"/>
              <a:gd name="connsiteX2" fmla="*/ 5308711 w 5318236"/>
              <a:gd name="connsiteY2" fmla="*/ 1778000 h 4090988"/>
              <a:gd name="connsiteX3" fmla="*/ 11906 w 5318236"/>
              <a:gd name="connsiteY3" fmla="*/ 4090988 h 4090988"/>
              <a:gd name="connsiteX4" fmla="*/ 0 w 5318236"/>
              <a:gd name="connsiteY4" fmla="*/ 2299494 h 4090988"/>
              <a:gd name="connsiteX0" fmla="*/ 0 w 5315855"/>
              <a:gd name="connsiteY0" fmla="*/ 2304257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4257 h 4090988"/>
              <a:gd name="connsiteX0" fmla="*/ 0 w 5315855"/>
              <a:gd name="connsiteY0" fmla="*/ 2301876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1876 h 4090988"/>
              <a:gd name="connsiteX0" fmla="*/ 0 w 5313474"/>
              <a:gd name="connsiteY0" fmla="*/ 2301876 h 4090988"/>
              <a:gd name="connsiteX1" fmla="*/ 5313474 w 5313474"/>
              <a:gd name="connsiteY1" fmla="*/ 0 h 4090988"/>
              <a:gd name="connsiteX2" fmla="*/ 5303949 w 5313474"/>
              <a:gd name="connsiteY2" fmla="*/ 1778000 h 4090988"/>
              <a:gd name="connsiteX3" fmla="*/ 7144 w 5313474"/>
              <a:gd name="connsiteY3" fmla="*/ 4090988 h 4090988"/>
              <a:gd name="connsiteX4" fmla="*/ 0 w 5313474"/>
              <a:gd name="connsiteY4" fmla="*/ 2301876 h 409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3474" h="4090988">
                <a:moveTo>
                  <a:pt x="0" y="2301876"/>
                </a:moveTo>
                <a:lnTo>
                  <a:pt x="5313474" y="0"/>
                </a:lnTo>
                <a:lnTo>
                  <a:pt x="5303949" y="1778000"/>
                </a:lnTo>
                <a:lnTo>
                  <a:pt x="7144" y="4090988"/>
                </a:lnTo>
                <a:cubicBezTo>
                  <a:pt x="4763" y="3490913"/>
                  <a:pt x="2381" y="2901951"/>
                  <a:pt x="0" y="2301876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B05CE-AAB5-4E94-B8A8-28D45053F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3580" y="2400422"/>
            <a:ext cx="2770963" cy="775714"/>
          </a:xfrm>
          <a:prstGeom prst="rect">
            <a:avLst/>
          </a:prstGeom>
          <a:solidFill>
            <a:srgbClr val="69ACE5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6CADE-1C6D-4552-A437-5CC28BD58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919" y="3399634"/>
            <a:ext cx="2790306" cy="775714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3218B-5651-4A6C-9CC0-32F9EBE3B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983" y="1401896"/>
            <a:ext cx="2791318" cy="775714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93BD0AF0-ECDA-41BB-BDBF-FABB50E876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50230" y="1401897"/>
            <a:ext cx="4869303" cy="3221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75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E41B4165-89DA-4676-9A75-DB1A210A0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4281" y="1905000"/>
            <a:ext cx="4865053" cy="227034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9" name="Info 1">
            <a:extLst>
              <a:ext uri="{FF2B5EF4-FFF2-40B4-BE49-F238E27FC236}">
                <a16:creationId xmlns:a16="http://schemas.microsoft.com/office/drawing/2014/main" id="{7A4EBD99-E28A-467C-B8D7-DE90097836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7623" y="1544276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0" name="Info 1 Text">
            <a:extLst>
              <a:ext uri="{FF2B5EF4-FFF2-40B4-BE49-F238E27FC236}">
                <a16:creationId xmlns:a16="http://schemas.microsoft.com/office/drawing/2014/main" id="{BEA326F2-4A47-4163-A88D-30223B697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33075" y="1544276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nfo 2">
            <a:extLst>
              <a:ext uri="{FF2B5EF4-FFF2-40B4-BE49-F238E27FC236}">
                <a16:creationId xmlns:a16="http://schemas.microsoft.com/office/drawing/2014/main" id="{879C946B-2418-4E80-B1B2-ED3029968E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623" y="2538036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9" name="Info 2 Text">
            <a:extLst>
              <a:ext uri="{FF2B5EF4-FFF2-40B4-BE49-F238E27FC236}">
                <a16:creationId xmlns:a16="http://schemas.microsoft.com/office/drawing/2014/main" id="{5FE1DA00-8AD9-4506-895A-25E0FFF3A8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33075" y="2538036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0" name="Info 3">
            <a:extLst>
              <a:ext uri="{FF2B5EF4-FFF2-40B4-BE49-F238E27FC236}">
                <a16:creationId xmlns:a16="http://schemas.microsoft.com/office/drawing/2014/main" id="{D8A0AFDE-8EFC-4A53-A922-179064B43B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942" y="3535187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1" name="Info 3 Text">
            <a:extLst>
              <a:ext uri="{FF2B5EF4-FFF2-40B4-BE49-F238E27FC236}">
                <a16:creationId xmlns:a16="http://schemas.microsoft.com/office/drawing/2014/main" id="{882D6DBF-7708-4AFA-B28F-215C8BC931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20394" y="3535187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23690-B358-4783-A959-78E05177C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ge Number">
            <a:extLst>
              <a:ext uri="{FF2B5EF4-FFF2-40B4-BE49-F238E27FC236}">
                <a16:creationId xmlns:a16="http://schemas.microsoft.com/office/drawing/2014/main" id="{D99FFF48-9513-4D94-ADAF-4FDF160E3F90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WSE logo">
            <a:extLst>
              <a:ext uri="{FF2B5EF4-FFF2-40B4-BE49-F238E27FC236}">
                <a16:creationId xmlns:a16="http://schemas.microsoft.com/office/drawing/2014/main" id="{C1400C22-623A-4FAB-86C9-A0AE2AD8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25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">
            <a:extLst>
              <a:ext uri="{FF2B5EF4-FFF2-40B4-BE49-F238E27FC236}">
                <a16:creationId xmlns:a16="http://schemas.microsoft.com/office/drawing/2014/main" id="{0301AFB8-AD89-4017-8E38-5FA5A13A1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255FC-7EAC-49AE-B880-3463FB551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8769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DD1A5E-29DF-40B0-B20F-2459F3AA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320636" y="1893781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0CD46C-4A36-4CDC-9D1D-1390A6EB9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22503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2B94E1-30E5-44FA-8B76-A43E3E2A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124370" y="1893781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EFB757-BCA3-44BC-B989-9E92DA2E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526237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435767-DD64-408F-8630-7219C1A17321}"/>
              </a:ext>
            </a:extLst>
          </p:cNvPr>
          <p:cNvSpPr>
            <a:spLocks noChangeAspect="1"/>
          </p:cNvSpPr>
          <p:nvPr userDrawn="1"/>
        </p:nvSpPr>
        <p:spPr>
          <a:xfrm>
            <a:off x="918768" y="1900414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B3AC26-84C9-490E-9619-E641A51B50D6}"/>
              </a:ext>
            </a:extLst>
          </p:cNvPr>
          <p:cNvSpPr>
            <a:spLocks noChangeAspect="1"/>
          </p:cNvSpPr>
          <p:nvPr userDrawn="1"/>
        </p:nvSpPr>
        <p:spPr>
          <a:xfrm>
            <a:off x="2320635" y="1900414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8C4E82-CF2F-4A0F-B40D-397DB0934816}"/>
              </a:ext>
            </a:extLst>
          </p:cNvPr>
          <p:cNvSpPr>
            <a:spLocks noChangeAspect="1"/>
          </p:cNvSpPr>
          <p:nvPr userDrawn="1"/>
        </p:nvSpPr>
        <p:spPr>
          <a:xfrm>
            <a:off x="3722503" y="1899732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D93624-4E7A-42A1-AB9F-87F48C59434F}"/>
              </a:ext>
            </a:extLst>
          </p:cNvPr>
          <p:cNvSpPr>
            <a:spLocks noChangeAspect="1"/>
          </p:cNvSpPr>
          <p:nvPr userDrawn="1"/>
        </p:nvSpPr>
        <p:spPr>
          <a:xfrm>
            <a:off x="5124370" y="1899732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128184-D09F-4D76-9EDE-FE4A52B4AE01}"/>
              </a:ext>
            </a:extLst>
          </p:cNvPr>
          <p:cNvSpPr>
            <a:spLocks noChangeAspect="1"/>
          </p:cNvSpPr>
          <p:nvPr userDrawn="1"/>
        </p:nvSpPr>
        <p:spPr>
          <a:xfrm>
            <a:off x="6526237" y="1892417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 Title">
            <a:extLst>
              <a:ext uri="{FF2B5EF4-FFF2-40B4-BE49-F238E27FC236}">
                <a16:creationId xmlns:a16="http://schemas.microsoft.com/office/drawing/2014/main" id="{13C8E0C2-242B-4771-9412-328CD7575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3472" y="3021980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3" name="Item 1 Text">
            <a:extLst>
              <a:ext uri="{FF2B5EF4-FFF2-40B4-BE49-F238E27FC236}">
                <a16:creationId xmlns:a16="http://schemas.microsoft.com/office/drawing/2014/main" id="{DD12D595-2255-4364-8EC7-4903FEC6759C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1629" y="3801008"/>
            <a:ext cx="1934737" cy="415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5" name="Item 2 Title">
            <a:extLst>
              <a:ext uri="{FF2B5EF4-FFF2-40B4-BE49-F238E27FC236}">
                <a16:creationId xmlns:a16="http://schemas.microsoft.com/office/drawing/2014/main" id="{6981DB86-04CB-46BF-944C-7F1D632119A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635340" y="3028025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0" name="Item 2 Text">
            <a:extLst>
              <a:ext uri="{FF2B5EF4-FFF2-40B4-BE49-F238E27FC236}">
                <a16:creationId xmlns:a16="http://schemas.microsoft.com/office/drawing/2014/main" id="{48AB996C-F7C9-4DE3-A4CA-5381A37B77F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209657" y="1292602"/>
            <a:ext cx="1938528" cy="4114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6" name="Item 3 Title">
            <a:extLst>
              <a:ext uri="{FF2B5EF4-FFF2-40B4-BE49-F238E27FC236}">
                <a16:creationId xmlns:a16="http://schemas.microsoft.com/office/drawing/2014/main" id="{07B9589E-F6AC-4251-8200-299CB8CE0A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37208" y="3025804"/>
            <a:ext cx="1064915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C70E3A5C-0D02-431F-B04E-5A18A53E52C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3607363" y="3801007"/>
            <a:ext cx="1938528" cy="415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7" name="Item 4 Title">
            <a:extLst>
              <a:ext uri="{FF2B5EF4-FFF2-40B4-BE49-F238E27FC236}">
                <a16:creationId xmlns:a16="http://schemas.microsoft.com/office/drawing/2014/main" id="{D1014B6A-F5E5-456C-B2FA-F5B5CFD6EA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0285" y="3021980"/>
            <a:ext cx="1095951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D036508F-55C5-4315-A1A5-4C37028E396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008996" y="1292602"/>
            <a:ext cx="1938528" cy="4114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9" name="Item 5 Title">
            <a:extLst>
              <a:ext uri="{FF2B5EF4-FFF2-40B4-BE49-F238E27FC236}">
                <a16:creationId xmlns:a16="http://schemas.microsoft.com/office/drawing/2014/main" id="{10724EF9-B96D-46CD-9CDE-1437737309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0942" y="3028025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4" name="Item 5 Text">
            <a:extLst>
              <a:ext uri="{FF2B5EF4-FFF2-40B4-BE49-F238E27FC236}">
                <a16:creationId xmlns:a16="http://schemas.microsoft.com/office/drawing/2014/main" id="{52B76C6E-8844-4031-9443-DAA924981D1D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415259" y="3801007"/>
            <a:ext cx="1938528" cy="415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33E3FD-BE40-4756-A413-7A11B0F5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Page Number">
            <a:extLst>
              <a:ext uri="{FF2B5EF4-FFF2-40B4-BE49-F238E27FC236}">
                <a16:creationId xmlns:a16="http://schemas.microsoft.com/office/drawing/2014/main" id="{81251A57-6F56-45E2-8E48-61C5F222D161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3" name="WSE logo">
            <a:extLst>
              <a:ext uri="{FF2B5EF4-FFF2-40B4-BE49-F238E27FC236}">
                <a16:creationId xmlns:a16="http://schemas.microsoft.com/office/drawing/2014/main" id="{5183B704-1ED3-426C-B12C-6BD74D72F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283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or 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5CE5-BF88-EC4B-A5BB-C91694E1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12" y="59798"/>
            <a:ext cx="8096246" cy="942358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56D86C-B76F-7D41-865B-669A58A40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7C9E05-905F-4239-BA70-7805F39E25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2413" y="1257854"/>
            <a:ext cx="8366125" cy="36220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grpSp>
        <p:nvGrpSpPr>
          <p:cNvPr id="46" name="Group 45" descr="Timeline image">
            <a:extLst>
              <a:ext uri="{FF2B5EF4-FFF2-40B4-BE49-F238E27FC236}">
                <a16:creationId xmlns:a16="http://schemas.microsoft.com/office/drawing/2014/main" id="{12EE74DF-9333-4546-8B0E-F0FCE41F51A0}"/>
              </a:ext>
            </a:extLst>
          </p:cNvPr>
          <p:cNvGrpSpPr/>
          <p:nvPr userDrawn="1"/>
        </p:nvGrpSpPr>
        <p:grpSpPr>
          <a:xfrm>
            <a:off x="149313" y="2937932"/>
            <a:ext cx="8818280" cy="394138"/>
            <a:chOff x="149313" y="2937932"/>
            <a:chExt cx="8818280" cy="394138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8F8E5DEB-0CA8-7C40-9940-93D22D38A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9313" y="2937932"/>
              <a:ext cx="8818280" cy="394138"/>
            </a:xfrm>
            <a:prstGeom prst="rightArrow">
              <a:avLst/>
            </a:prstGeom>
            <a:solidFill>
              <a:srgbClr val="0B2D7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3E08E7-D1BF-8A47-9C1F-7E6E6F13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1676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425AC6-6A04-2540-873A-C34F7415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905964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FDF4F6-7F79-2E4D-A0A1-3DCFEC7CD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160762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ECA228-EC9A-4E43-9304-017BEA28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405050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957417-2040-534F-8BB0-66A9FC17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589693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01EAEE-2200-4047-AC6E-D68F83AC9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838579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053514-B4E5-7649-9105-BD559F8A4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57411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32" name="Table or Image">
            <a:extLst>
              <a:ext uri="{FF2B5EF4-FFF2-40B4-BE49-F238E27FC236}">
                <a16:creationId xmlns:a16="http://schemas.microsoft.com/office/drawing/2014/main" id="{B55C9193-8997-F045-A5BC-B8BDD1896AE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5185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 algn="l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Table or Image">
            <a:extLst>
              <a:ext uri="{FF2B5EF4-FFF2-40B4-BE49-F238E27FC236}">
                <a16:creationId xmlns:a16="http://schemas.microsoft.com/office/drawing/2014/main" id="{49945C77-72E2-A747-BC22-94D2E7C0C3A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487766" y="3453795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able or Image">
            <a:extLst>
              <a:ext uri="{FF2B5EF4-FFF2-40B4-BE49-F238E27FC236}">
                <a16:creationId xmlns:a16="http://schemas.microsoft.com/office/drawing/2014/main" id="{68532B39-F878-4F4A-8FB7-1E4ABE4E43AE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71021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able or Image">
            <a:extLst>
              <a:ext uri="{FF2B5EF4-FFF2-40B4-BE49-F238E27FC236}">
                <a16:creationId xmlns:a16="http://schemas.microsoft.com/office/drawing/2014/main" id="{5987319A-6708-164D-B069-C9A27D3CF99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939395" y="345133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able or Image">
            <a:extLst>
              <a:ext uri="{FF2B5EF4-FFF2-40B4-BE49-F238E27FC236}">
                <a16:creationId xmlns:a16="http://schemas.microsoft.com/office/drawing/2014/main" id="{03B445B3-CA64-E748-8A75-A4006779359D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16857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able or Image">
            <a:extLst>
              <a:ext uri="{FF2B5EF4-FFF2-40B4-BE49-F238E27FC236}">
                <a16:creationId xmlns:a16="http://schemas.microsoft.com/office/drawing/2014/main" id="{01884091-B2D7-4C45-86BC-7D4F74E79C27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6397756" y="345133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able or Image">
            <a:extLst>
              <a:ext uri="{FF2B5EF4-FFF2-40B4-BE49-F238E27FC236}">
                <a16:creationId xmlns:a16="http://schemas.microsoft.com/office/drawing/2014/main" id="{BCCA4455-3AE1-1943-AD67-2A4DFA99E3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7585928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Citation">
            <a:extLst>
              <a:ext uri="{FF2B5EF4-FFF2-40B4-BE49-F238E27FC236}">
                <a16:creationId xmlns:a16="http://schemas.microsoft.com/office/drawing/2014/main" id="{DEE35AFB-A4A5-BF4E-9555-0CBD73E0D7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16256" y="4581310"/>
            <a:ext cx="6744017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lang="en-US" sz="1050" b="0" i="0" u="none" strike="noStrike" smtClean="0">
                <a:effectLst/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Adapted/Reprinted from [APA reference].</a:t>
            </a:r>
          </a:p>
        </p:txBody>
      </p:sp>
      <p:pic>
        <p:nvPicPr>
          <p:cNvPr id="27" name="WSE logo">
            <a:extLst>
              <a:ext uri="{FF2B5EF4-FFF2-40B4-BE49-F238E27FC236}">
                <a16:creationId xmlns:a16="http://schemas.microsoft.com/office/drawing/2014/main" id="{978592AB-D8FE-E649-9B9F-6BB4F13FB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29" name="Page Number">
            <a:extLst>
              <a:ext uri="{FF2B5EF4-FFF2-40B4-BE49-F238E27FC236}">
                <a16:creationId xmlns:a16="http://schemas.microsoft.com/office/drawing/2014/main" id="{5B0C4C21-CAD5-874E-9CB4-3D5DA2A82B8E}"/>
              </a:ext>
            </a:extLst>
          </p:cNvPr>
          <p:cNvSpPr txBox="1"/>
          <p:nvPr userDrawn="1"/>
        </p:nvSpPr>
        <p:spPr>
          <a:xfrm>
            <a:off x="8133198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8318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4E74D57-75EE-47EE-BA67-188DFE91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8C10952F-BEB3-4B15-B210-69BD49BEF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C2B6F8-5270-4AAC-84AB-07CDF49EF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265742" y="1730102"/>
            <a:ext cx="825191" cy="608883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F6A1D8-A2CC-4923-A16C-DDC0AE265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2" idx="6"/>
          </p:cNvCxnSpPr>
          <p:nvPr userDrawn="1"/>
        </p:nvCxnSpPr>
        <p:spPr>
          <a:xfrm flipH="1" flipV="1">
            <a:off x="3066098" y="2826265"/>
            <a:ext cx="807608" cy="257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94BF1-70EF-4657-9FD2-7268FCDD2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263362" y="3318701"/>
            <a:ext cx="827570" cy="608883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6D69FB-8A1F-404E-954A-39D19CE8E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70651" y="3318701"/>
            <a:ext cx="825191" cy="6140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3F1246-E233-4D62-8729-6E01225C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>
            <a:off x="5273557" y="2828843"/>
            <a:ext cx="807608" cy="257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1E2D7D-D261-4A75-B9BC-0BBF0469A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070651" y="1724945"/>
            <a:ext cx="825191" cy="6140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9" name="Овал 14">
            <a:extLst>
              <a:ext uri="{FF2B5EF4-FFF2-40B4-BE49-F238E27FC236}">
                <a16:creationId xmlns:a16="http://schemas.microsoft.com/office/drawing/2014/main" id="{4AA732B5-FC4B-4A01-AFB1-F5DEB4AE2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32721" y="1924589"/>
            <a:ext cx="1899731" cy="1899728"/>
          </a:xfrm>
          <a:prstGeom prst="ellipse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Овал 14">
            <a:extLst>
              <a:ext uri="{FF2B5EF4-FFF2-40B4-BE49-F238E27FC236}">
                <a16:creationId xmlns:a16="http://schemas.microsoft.com/office/drawing/2014/main" id="{2AF27178-6C1A-4F27-A92C-C18958EB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6098" y="1525301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Овал 14">
            <a:extLst>
              <a:ext uri="{FF2B5EF4-FFF2-40B4-BE49-F238E27FC236}">
                <a16:creationId xmlns:a16="http://schemas.microsoft.com/office/drawing/2014/main" id="{BE0CD8D1-17DB-40F6-A65E-4DCA16673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696197" y="1530458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1" name="Овал 14">
            <a:extLst>
              <a:ext uri="{FF2B5EF4-FFF2-40B4-BE49-F238E27FC236}">
                <a16:creationId xmlns:a16="http://schemas.microsoft.com/office/drawing/2014/main" id="{DBF77BC9-726B-446A-B583-7B15877E0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081165" y="2631778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Овал 14">
            <a:extLst>
              <a:ext uri="{FF2B5EF4-FFF2-40B4-BE49-F238E27FC236}">
                <a16:creationId xmlns:a16="http://schemas.microsoft.com/office/drawing/2014/main" id="{76B86DC7-34B6-4403-88DE-EA9DD47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66809" y="2626620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Овал 14">
            <a:extLst>
              <a:ext uri="{FF2B5EF4-FFF2-40B4-BE49-F238E27FC236}">
                <a16:creationId xmlns:a16="http://schemas.microsoft.com/office/drawing/2014/main" id="{F641A164-CB54-4FBB-8A1F-C73AFBF78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6098" y="3727940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Овал 14">
            <a:extLst>
              <a:ext uri="{FF2B5EF4-FFF2-40B4-BE49-F238E27FC236}">
                <a16:creationId xmlns:a16="http://schemas.microsoft.com/office/drawing/2014/main" id="{499DA529-A0FF-4067-8AEF-3FDE2C3A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696197" y="3733097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Chart Title">
            <a:extLst>
              <a:ext uri="{FF2B5EF4-FFF2-40B4-BE49-F238E27FC236}">
                <a16:creationId xmlns:a16="http://schemas.microsoft.com/office/drawing/2014/main" id="{7ED65BE2-48E9-41D2-AD5F-16BB3D7278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28821" y="2513840"/>
            <a:ext cx="1886358" cy="6147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Add Title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FED8E20B-6C3E-473E-BA6C-6A8BF54389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19" y="1525970"/>
            <a:ext cx="2401467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ext">
            <a:extLst>
              <a:ext uri="{FF2B5EF4-FFF2-40B4-BE49-F238E27FC236}">
                <a16:creationId xmlns:a16="http://schemas.microsoft.com/office/drawing/2014/main" id="{2A5E3286-0F43-4B4B-83AD-89ECE0104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0342" y="2617088"/>
            <a:ext cx="1998760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6C886B0A-F7FB-443C-8E9D-431704D361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918" y="3718966"/>
            <a:ext cx="2401467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1200382F-6E85-4643-BB97-D08B303CAF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8613" y="1521484"/>
            <a:ext cx="241072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Item 5 Text">
            <a:extLst>
              <a:ext uri="{FF2B5EF4-FFF2-40B4-BE49-F238E27FC236}">
                <a16:creationId xmlns:a16="http://schemas.microsoft.com/office/drawing/2014/main" id="{A7860D47-F00A-4556-8C9B-6F0BF7E0FE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78161" y="2619200"/>
            <a:ext cx="200286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6 Text">
            <a:extLst>
              <a:ext uri="{FF2B5EF4-FFF2-40B4-BE49-F238E27FC236}">
                <a16:creationId xmlns:a16="http://schemas.microsoft.com/office/drawing/2014/main" id="{84A6D190-21EB-4D6C-B656-9DBD1F0A60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613" y="3723452"/>
            <a:ext cx="241072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6" name="Page Number">
            <a:extLst>
              <a:ext uri="{FF2B5EF4-FFF2-40B4-BE49-F238E27FC236}">
                <a16:creationId xmlns:a16="http://schemas.microsoft.com/office/drawing/2014/main" id="{04C681CD-365D-47CC-8E66-4F0907AE9E9A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8" name="WSE logo">
            <a:extLst>
              <a:ext uri="{FF2B5EF4-FFF2-40B4-BE49-F238E27FC236}">
                <a16:creationId xmlns:a16="http://schemas.microsoft.com/office/drawing/2014/main" id="{0CEDB7AD-CD61-4E2F-A8BB-6836F873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5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688A55F-975D-4F71-93A6-A10CD71A8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23189"/>
            <a:ext cx="8085415" cy="841471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4" name="Statistic 1 Title">
            <a:extLst>
              <a:ext uri="{FF2B5EF4-FFF2-40B4-BE49-F238E27FC236}">
                <a16:creationId xmlns:a16="http://schemas.microsoft.com/office/drawing/2014/main" id="{A2828BA5-8825-421A-93CA-412CC2166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2777" y="1351987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5" name="Statistic 1 Text">
            <a:extLst>
              <a:ext uri="{FF2B5EF4-FFF2-40B4-BE49-F238E27FC236}">
                <a16:creationId xmlns:a16="http://schemas.microsoft.com/office/drawing/2014/main" id="{9AACFF7D-2C0A-4B7F-AF8F-7484D3D4FD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92777" y="1629279"/>
            <a:ext cx="1894469" cy="387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0" name="Bar 1">
            <a:extLst>
              <a:ext uri="{FF2B5EF4-FFF2-40B4-BE49-F238E27FC236}">
                <a16:creationId xmlns:a16="http://schemas.microsoft.com/office/drawing/2014/main" id="{93D57781-D93A-442A-96CE-A747726F174D}"/>
              </a:ext>
            </a:extLst>
          </p:cNvPr>
          <p:cNvSpPr/>
          <p:nvPr userDrawn="1"/>
        </p:nvSpPr>
        <p:spPr>
          <a:xfrm>
            <a:off x="3479956" y="1410845"/>
            <a:ext cx="3684449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Statistic 1">
            <a:extLst>
              <a:ext uri="{FF2B5EF4-FFF2-40B4-BE49-F238E27FC236}">
                <a16:creationId xmlns:a16="http://schemas.microsoft.com/office/drawing/2014/main" id="{D6B9C495-8208-4219-982B-220ABA0EE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1317" y="1466497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6" name="Statistic 2 Title">
            <a:extLst>
              <a:ext uri="{FF2B5EF4-FFF2-40B4-BE49-F238E27FC236}">
                <a16:creationId xmlns:a16="http://schemas.microsoft.com/office/drawing/2014/main" id="{D3EBB2D5-A2D5-4365-859D-51DA028D3D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2777" y="2435733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7" name="Statistic 2 Text">
            <a:extLst>
              <a:ext uri="{FF2B5EF4-FFF2-40B4-BE49-F238E27FC236}">
                <a16:creationId xmlns:a16="http://schemas.microsoft.com/office/drawing/2014/main" id="{7BC65CCB-9363-4D63-A4D4-DD49F03D1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92777" y="2713026"/>
            <a:ext cx="1894469" cy="3840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20" name="Bar 2">
            <a:extLst>
              <a:ext uri="{FF2B5EF4-FFF2-40B4-BE49-F238E27FC236}">
                <a16:creationId xmlns:a16="http://schemas.microsoft.com/office/drawing/2014/main" id="{3F19ABFC-9EDB-4279-9B2E-370828358ADD}"/>
              </a:ext>
            </a:extLst>
          </p:cNvPr>
          <p:cNvSpPr/>
          <p:nvPr userDrawn="1"/>
        </p:nvSpPr>
        <p:spPr>
          <a:xfrm>
            <a:off x="3471258" y="2466942"/>
            <a:ext cx="3696046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2" name="Statistic 2">
            <a:extLst>
              <a:ext uri="{FF2B5EF4-FFF2-40B4-BE49-F238E27FC236}">
                <a16:creationId xmlns:a16="http://schemas.microsoft.com/office/drawing/2014/main" id="{D690B0D4-8B26-487C-8441-16F00BBA0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1317" y="2517102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8" name="Statistic 3 Title">
            <a:extLst>
              <a:ext uri="{FF2B5EF4-FFF2-40B4-BE49-F238E27FC236}">
                <a16:creationId xmlns:a16="http://schemas.microsoft.com/office/drawing/2014/main" id="{63C7A322-1A38-4A5A-B964-E5BE146FBDB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92777" y="3521301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9" name="Statistic 3 Text">
            <a:extLst>
              <a:ext uri="{FF2B5EF4-FFF2-40B4-BE49-F238E27FC236}">
                <a16:creationId xmlns:a16="http://schemas.microsoft.com/office/drawing/2014/main" id="{4F0EDD56-AE2E-40F4-940B-756962CEFEE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92777" y="3805908"/>
            <a:ext cx="1894469" cy="3840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0" name="Bar 3">
            <a:extLst>
              <a:ext uri="{FF2B5EF4-FFF2-40B4-BE49-F238E27FC236}">
                <a16:creationId xmlns:a16="http://schemas.microsoft.com/office/drawing/2014/main" id="{7528A176-E210-49E6-95A5-644F8EDF274A}"/>
              </a:ext>
            </a:extLst>
          </p:cNvPr>
          <p:cNvSpPr/>
          <p:nvPr userDrawn="1"/>
        </p:nvSpPr>
        <p:spPr>
          <a:xfrm>
            <a:off x="3474157" y="3578339"/>
            <a:ext cx="3690248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Statistic 3">
            <a:extLst>
              <a:ext uri="{FF2B5EF4-FFF2-40B4-BE49-F238E27FC236}">
                <a16:creationId xmlns:a16="http://schemas.microsoft.com/office/drawing/2014/main" id="{FE09346B-1C78-4805-9F48-8CD3F17FAE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1317" y="3635812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E0E137-7C7D-4AE8-9803-F4EF3CB1D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8463118-2D51-43BB-B06A-C167F59A370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D2618F72-DEAB-49F5-8AE3-9710A790B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7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58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126" r:id="rId3"/>
    <p:sldLayoutId id="2147484035" r:id="rId4"/>
    <p:sldLayoutId id="2147484122" r:id="rId5"/>
    <p:sldLayoutId id="2147484120" r:id="rId6"/>
    <p:sldLayoutId id="2147484121" r:id="rId7"/>
    <p:sldLayoutId id="2147484123" r:id="rId8"/>
    <p:sldLayoutId id="2147483959" r:id="rId9"/>
    <p:sldLayoutId id="214748412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39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34" r:id="rId3"/>
    <p:sldLayoutId id="2147484104" r:id="rId4"/>
    <p:sldLayoutId id="2147484105" r:id="rId5"/>
    <p:sldLayoutId id="2147484015" r:id="rId6"/>
    <p:sldLayoutId id="2147484016" r:id="rId7"/>
    <p:sldLayoutId id="2147484027" r:id="rId8"/>
    <p:sldLayoutId id="2147484033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9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107" r:id="rId3"/>
    <p:sldLayoutId id="2147484071" r:id="rId4"/>
    <p:sldLayoutId id="2147484072" r:id="rId5"/>
    <p:sldLayoutId id="2147484108" r:id="rId6"/>
    <p:sldLayoutId id="2147484073" r:id="rId7"/>
    <p:sldLayoutId id="2147484082" r:id="rId8"/>
    <p:sldLayoutId id="2147484081" r:id="rId9"/>
    <p:sldLayoutId id="2147484084" r:id="rId10"/>
    <p:sldLayoutId id="2147484083" r:id="rId11"/>
    <p:sldLayoutId id="2147484085" r:id="rId12"/>
    <p:sldLayoutId id="2147484077" r:id="rId13"/>
    <p:sldLayoutId id="2147484074" r:id="rId14"/>
    <p:sldLayoutId id="2147484075" r:id="rId15"/>
    <p:sldLayoutId id="2147484111" r:id="rId16"/>
    <p:sldLayoutId id="2147484112" r:id="rId17"/>
    <p:sldLayoutId id="2147484113" r:id="rId18"/>
    <p:sldLayoutId id="2147484114" r:id="rId19"/>
    <p:sldLayoutId id="2147484078" r:id="rId20"/>
    <p:sldLayoutId id="2147484079" r:id="rId21"/>
    <p:sldLayoutId id="2147484080" r:id="rId22"/>
    <p:sldLayoutId id="2147484086" r:id="rId23"/>
    <p:sldLayoutId id="2147484087" r:id="rId24"/>
    <p:sldLayoutId id="2147484118" r:id="rId25"/>
    <p:sldLayoutId id="2147484088" r:id="rId26"/>
    <p:sldLayoutId id="2147484089" r:id="rId2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5.gi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github.com/pnnl/neuromancer/blob/master/examples/ODEs/Part_1_NODE.ipynb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n.wikipedia.org/wiki/Backpropagation_through_time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rgona.github.io/NeuralDAEs/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Relationship Id="rId9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nnl/neuromancer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hyperlink" Target="http://www.youtube.com/@neuromancer_Sci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hyperlink" Target="https://drgona.github.io/NeuralDAEs/" TargetMode="External"/><Relationship Id="rId7" Type="http://schemas.openxmlformats.org/officeDocument/2006/relationships/hyperlink" Target="mailto:jdrgona1@jh.edu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solaris-jhu.github.io/solaris-website/" TargetMode="External"/><Relationship Id="rId5" Type="http://schemas.openxmlformats.org/officeDocument/2006/relationships/hyperlink" Target="https://sciml-l4dc2026.github.io/SciML-L4DC2026/" TargetMode="External"/><Relationship Id="rId4" Type="http://schemas.openxmlformats.org/officeDocument/2006/relationships/hyperlink" Target="https://drgona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6076286-1248-4513-8951-8BAA9550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751" y="1765084"/>
            <a:ext cx="8208498" cy="544124"/>
          </a:xfrm>
        </p:spPr>
        <p:txBody>
          <a:bodyPr>
            <a:noAutofit/>
          </a:bodyPr>
          <a:lstStyle/>
          <a:p>
            <a:r>
              <a:rPr lang="en-US" sz="3200" dirty="0"/>
              <a:t>Learning Neural Differential Algebraic Equations via Operator Splitting</a:t>
            </a:r>
          </a:p>
        </p:txBody>
      </p:sp>
      <p:sp>
        <p:nvSpPr>
          <p:cNvPr id="9" name="Lecture Title">
            <a:extLst>
              <a:ext uri="{FF2B5EF4-FFF2-40B4-BE49-F238E27FC236}">
                <a16:creationId xmlns:a16="http://schemas.microsoft.com/office/drawing/2014/main" id="{6E9DDCCD-6809-49BB-9647-A8B2884DA2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751" y="3098764"/>
            <a:ext cx="8219053" cy="366706"/>
          </a:xfrm>
        </p:spPr>
        <p:txBody>
          <a:bodyPr>
            <a:noAutofit/>
          </a:bodyPr>
          <a:lstStyle/>
          <a:p>
            <a:pPr fontAlgn="t">
              <a:spcBef>
                <a:spcPts val="150"/>
              </a:spcBef>
            </a:pPr>
            <a:r>
              <a:rPr lang="en-US" sz="1800" b="1" dirty="0">
                <a:latin typeface="Arial"/>
                <a:cs typeface="Arial"/>
              </a:rPr>
              <a:t>Ján Drgoňa</a:t>
            </a:r>
          </a:p>
          <a:p>
            <a:pPr fontAlgn="t">
              <a:spcBef>
                <a:spcPts val="150"/>
              </a:spcBef>
            </a:pPr>
            <a:r>
              <a:rPr lang="en-US" sz="1600" dirty="0">
                <a:latin typeface="Arial"/>
                <a:cs typeface="Arial"/>
              </a:rPr>
              <a:t>Associate Professor 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Civil and Systems Engineering Department  </a:t>
            </a:r>
            <a:br>
              <a:rPr lang="en-US" sz="1600">
                <a:latin typeface="Arial"/>
                <a:cs typeface="Arial"/>
              </a:rPr>
            </a:br>
            <a:r>
              <a:rPr lang="en-US" sz="1600">
                <a:latin typeface="Arial"/>
                <a:cs typeface="Arial"/>
              </a:rPr>
              <a:t>Electrical </a:t>
            </a:r>
            <a:r>
              <a:rPr lang="en-US" sz="1600" dirty="0">
                <a:latin typeface="Arial"/>
                <a:cs typeface="Arial"/>
              </a:rPr>
              <a:t>and Computer </a:t>
            </a:r>
            <a:r>
              <a:rPr lang="en-US" sz="1600">
                <a:latin typeface="Arial"/>
                <a:cs typeface="Arial"/>
              </a:rPr>
              <a:t>Engineering Department (</a:t>
            </a:r>
            <a:r>
              <a:rPr lang="en-US" sz="1600" dirty="0">
                <a:latin typeface="Arial"/>
                <a:cs typeface="Arial"/>
              </a:rPr>
              <a:t>secondary)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The Ralph O'Connor Sustainable Energy Institute (ROSEI)</a:t>
            </a:r>
          </a:p>
          <a:p>
            <a:pPr fontAlgn="t">
              <a:spcBef>
                <a:spcPts val="150"/>
              </a:spcBef>
            </a:pPr>
            <a:r>
              <a:rPr lang="en-US" sz="1600" dirty="0">
                <a:latin typeface="Arial"/>
                <a:cs typeface="Arial"/>
              </a:rPr>
              <a:t>Data Science and AI Institute (DSAI)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030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CB48-790D-612B-B94F-3898CE8F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31C1C-C08B-2663-E221-04B4A564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45"/>
            <a:fld id="{FE7A4BB3-E848-5A44-82DF-322201952CD8}" type="slidenum">
              <a:rPr lang="en-US" smtClean="0"/>
              <a:pPr defTabSz="685745"/>
              <a:t>2</a:t>
            </a:fld>
            <a:endParaRPr lang="en-US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77ACAB76-3A61-579B-FA27-2E674990E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30" y="32217"/>
            <a:ext cx="7011886" cy="460857"/>
          </a:xfrm>
        </p:spPr>
        <p:txBody>
          <a:bodyPr/>
          <a:lstStyle/>
          <a:p>
            <a:r>
              <a:rPr lang="en-US" sz="2000" dirty="0"/>
              <a:t>Applications of Neural Differential Equations (NDEs)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B6B83-3980-45B7-9BF1-00FF65C669E6}"/>
              </a:ext>
            </a:extLst>
          </p:cNvPr>
          <p:cNvSpPr txBox="1"/>
          <p:nvPr/>
        </p:nvSpPr>
        <p:spPr>
          <a:xfrm>
            <a:off x="526706" y="2884024"/>
            <a:ext cx="4462736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solidFill>
                  <a:schemeClr val="accent2"/>
                </a:solidFill>
              </a:rPr>
              <a:t>Generative AI: diffusion-based models</a:t>
            </a:r>
            <a:endParaRPr lang="en-US" sz="137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A4119-043D-E774-0715-7D937F481943}"/>
              </a:ext>
            </a:extLst>
          </p:cNvPr>
          <p:cNvSpPr txBox="1"/>
          <p:nvPr/>
        </p:nvSpPr>
        <p:spPr>
          <a:xfrm>
            <a:off x="0" y="4744950"/>
            <a:ext cx="5064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Yang Song, et al., Score-Based Generative Modeling through Stochastic Differential Equations, ICLR 2021.		Image from https://yang-song.net/blog/2021/score/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9149D68-69F8-34D0-3CB5-D126E68CC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584" y="3357092"/>
            <a:ext cx="1915817" cy="143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FCD0AF-E1BE-93D1-F5DF-D139A00AB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997" y="3187953"/>
            <a:ext cx="2409002" cy="1606002"/>
          </a:xfrm>
          <a:prstGeom prst="rect">
            <a:avLst/>
          </a:prstGeom>
        </p:spPr>
      </p:pic>
      <p:pic>
        <p:nvPicPr>
          <p:cNvPr id="11" name="Picture 4" descr="Reflected Diffusion Models | Aaron Lou">
            <a:extLst>
              <a:ext uri="{FF2B5EF4-FFF2-40B4-BE49-F238E27FC236}">
                <a16:creationId xmlns:a16="http://schemas.microsoft.com/office/drawing/2014/main" id="{927D9828-D6D2-5C32-CD92-287762EFF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1" y="3154688"/>
            <a:ext cx="4598098" cy="161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E6E92F-4CA1-496B-B3AC-26C52C9AFBB5}"/>
              </a:ext>
            </a:extLst>
          </p:cNvPr>
          <p:cNvSpPr txBox="1"/>
          <p:nvPr/>
        </p:nvSpPr>
        <p:spPr>
          <a:xfrm>
            <a:off x="5119723" y="4764504"/>
            <a:ext cx="39099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X. Kong, et al., Dynamic Parameter Estimation with Physics-based Neural Ordinary Differential Equations, IEEE PESGM, 2022</a:t>
            </a:r>
          </a:p>
        </p:txBody>
      </p:sp>
      <p:pic>
        <p:nvPicPr>
          <p:cNvPr id="1026" name="Picture 2" descr="Tank-manifold schematic">
            <a:extLst>
              <a:ext uri="{FF2B5EF4-FFF2-40B4-BE49-F238E27FC236}">
                <a16:creationId xmlns:a16="http://schemas.microsoft.com/office/drawing/2014/main" id="{49DEDA49-35C3-A07F-BA55-10D1F2ACE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2" t="5423" r="12288" b="9814"/>
          <a:stretch>
            <a:fillRect/>
          </a:stretch>
        </p:blipFill>
        <p:spPr bwMode="auto">
          <a:xfrm>
            <a:off x="5096419" y="906106"/>
            <a:ext cx="2232622" cy="165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8DD443-DCBF-3844-98FE-192942DF2879}"/>
              </a:ext>
            </a:extLst>
          </p:cNvPr>
          <p:cNvSpPr txBox="1"/>
          <p:nvPr/>
        </p:nvSpPr>
        <p:spPr>
          <a:xfrm>
            <a:off x="5282171" y="564053"/>
            <a:ext cx="3710171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solidFill>
                  <a:schemeClr val="accent2"/>
                </a:solidFill>
              </a:rPr>
              <a:t>Constrained nonlinear system identification </a:t>
            </a:r>
            <a:endParaRPr lang="en-US" sz="1375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75D54E-EA5A-8955-5850-47D9711DA5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140"/>
          <a:stretch>
            <a:fillRect/>
          </a:stretch>
        </p:blipFill>
        <p:spPr>
          <a:xfrm>
            <a:off x="7389466" y="823462"/>
            <a:ext cx="1754533" cy="17336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75A4ED-C8B3-0476-1CF9-2D0CBB785742}"/>
              </a:ext>
            </a:extLst>
          </p:cNvPr>
          <p:cNvSpPr txBox="1"/>
          <p:nvPr/>
        </p:nvSpPr>
        <p:spPr>
          <a:xfrm>
            <a:off x="4427753" y="2561557"/>
            <a:ext cx="4769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Marco Forgione, Dario Piga, Continuous-time system identification with neural networks: Model structures and fitting criteria, European Journal of Control, 2021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21862-3265-9705-8F50-1F11A6BB16FF}"/>
              </a:ext>
            </a:extLst>
          </p:cNvPr>
          <p:cNvSpPr txBox="1"/>
          <p:nvPr/>
        </p:nvSpPr>
        <p:spPr>
          <a:xfrm>
            <a:off x="5391258" y="2959988"/>
            <a:ext cx="329154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solidFill>
                  <a:schemeClr val="accent2"/>
                </a:solidFill>
              </a:rPr>
              <a:t>Power systems modeling</a:t>
            </a:r>
            <a:endParaRPr lang="en-US" sz="1375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9DAF8F5-46F1-A7A3-357F-708C087E6B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0" t="5887" r="7073" b="52152"/>
          <a:stretch>
            <a:fillRect/>
          </a:stretch>
        </p:blipFill>
        <p:spPr bwMode="auto">
          <a:xfrm>
            <a:off x="526706" y="835127"/>
            <a:ext cx="3335125" cy="168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FE8202-AD23-1CEE-1003-D81E98F4B00E}"/>
              </a:ext>
            </a:extLst>
          </p:cNvPr>
          <p:cNvSpPr txBox="1"/>
          <p:nvPr/>
        </p:nvSpPr>
        <p:spPr>
          <a:xfrm>
            <a:off x="251061" y="2512164"/>
            <a:ext cx="4123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Will Grathwohl et al., "FFJORD: Free-form Continuous Dynamics for Scalable Reversible Generative Models." ICLR, 2019.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F5A76C-88EC-4CB0-5D46-239EF9232441}"/>
              </a:ext>
            </a:extLst>
          </p:cNvPr>
          <p:cNvSpPr txBox="1"/>
          <p:nvPr/>
        </p:nvSpPr>
        <p:spPr>
          <a:xfrm>
            <a:off x="738018" y="531198"/>
            <a:ext cx="347913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solidFill>
                  <a:schemeClr val="accent2"/>
                </a:solidFill>
              </a:rPr>
              <a:t>Generative AI: normalizing flows</a:t>
            </a:r>
            <a:endParaRPr lang="en-US" sz="1375" dirty="0"/>
          </a:p>
        </p:txBody>
      </p:sp>
    </p:spTree>
    <p:extLst>
      <p:ext uri="{BB962C8B-B14F-4D97-AF65-F5344CB8AC3E}">
        <p14:creationId xmlns:p14="http://schemas.microsoft.com/office/powerpoint/2010/main" val="205989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8CDD4-AEBE-3F23-AD9C-1C4D5C07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45"/>
            <a:fld id="{FE7A4BB3-E848-5A44-82DF-322201952CD8}" type="slidenum">
              <a:rPr lang="en-US" smtClean="0"/>
              <a:pPr defTabSz="685745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895D6-08FF-D29F-F930-62695DE5BE8F}"/>
              </a:ext>
            </a:extLst>
          </p:cNvPr>
          <p:cNvSpPr txBox="1"/>
          <p:nvPr/>
        </p:nvSpPr>
        <p:spPr>
          <a:xfrm>
            <a:off x="440293" y="2447911"/>
            <a:ext cx="243543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solidFill>
                  <a:srgbClr val="6BB56B"/>
                </a:solidFill>
              </a:rPr>
              <a:t>Dataset</a:t>
            </a:r>
            <a:r>
              <a:rPr lang="en-US" sz="1250" b="1" dirty="0"/>
              <a:t>:</a:t>
            </a:r>
            <a:r>
              <a:rPr lang="en-US" sz="1250" dirty="0"/>
              <a:t> time-series of states, inputs, and disturbances tuples.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D790B-E5EB-AFFC-3311-0AD91DE30667}"/>
              </a:ext>
            </a:extLst>
          </p:cNvPr>
          <p:cNvSpPr txBox="1"/>
          <p:nvPr/>
        </p:nvSpPr>
        <p:spPr>
          <a:xfrm>
            <a:off x="5754562" y="2462210"/>
            <a:ext cx="310038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solidFill>
                  <a:srgbClr val="CC5D7A"/>
                </a:solidFill>
              </a:rPr>
              <a:t>Loss function</a:t>
            </a:r>
            <a:r>
              <a:rPr lang="en-US" sz="1250" b="1" dirty="0"/>
              <a:t>:</a:t>
            </a:r>
            <a:r>
              <a:rPr lang="en-US" sz="1250" dirty="0"/>
              <a:t> trajectory matching, regularizations, and constraints penalties.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8E8D2-8CBF-8188-A21F-F67C8B554B59}"/>
              </a:ext>
            </a:extLst>
          </p:cNvPr>
          <p:cNvSpPr txBox="1"/>
          <p:nvPr/>
        </p:nvSpPr>
        <p:spPr>
          <a:xfrm>
            <a:off x="2947069" y="2458696"/>
            <a:ext cx="280749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/>
              <a:t>Architecture:</a:t>
            </a:r>
            <a:r>
              <a:rPr lang="en-US" sz="1250" dirty="0"/>
              <a:t> </a:t>
            </a:r>
            <a:r>
              <a:rPr lang="en-US" sz="1250" b="1" dirty="0">
                <a:solidFill>
                  <a:srgbClr val="418FDE"/>
                </a:solidFill>
              </a:rPr>
              <a:t>differentiable ODE solver</a:t>
            </a:r>
            <a:r>
              <a:rPr lang="en-US" sz="125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50" dirty="0"/>
              <a:t>with </a:t>
            </a:r>
            <a:r>
              <a:rPr lang="en-US" sz="1250" b="1" dirty="0">
                <a:solidFill>
                  <a:srgbClr val="9D7FAD"/>
                </a:solidFill>
              </a:rPr>
              <a:t>neural network </a:t>
            </a:r>
            <a:r>
              <a:rPr lang="en-US" sz="1250" dirty="0"/>
              <a:t>model.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4DB139-99CC-6289-0191-9BF036D3E2DD}"/>
              </a:ext>
            </a:extLst>
          </p:cNvPr>
          <p:cNvSpPr txBox="1"/>
          <p:nvPr/>
        </p:nvSpPr>
        <p:spPr>
          <a:xfrm>
            <a:off x="655804" y="4499354"/>
            <a:ext cx="807463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hlinkClick r:id="rId3"/>
              </a:rPr>
              <a:t>https://github.com/pnnl/neuromancer/blob/master/examples/ODEs/Part_1_NODE.ipynb</a:t>
            </a:r>
            <a:r>
              <a:rPr lang="en-US" sz="1250" dirty="0"/>
              <a:t> 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C074B528-C96B-23F3-0496-E03324449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8" b="10774"/>
          <a:stretch/>
        </p:blipFill>
        <p:spPr bwMode="auto">
          <a:xfrm>
            <a:off x="675863" y="3202826"/>
            <a:ext cx="1729052" cy="127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6AC115-2919-D559-006F-AFF0F2D066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808"/>
          <a:stretch/>
        </p:blipFill>
        <p:spPr>
          <a:xfrm>
            <a:off x="373683" y="2896790"/>
            <a:ext cx="2374698" cy="318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56EFE2-89DC-8714-B016-2DC947EA13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893"/>
          <a:stretch/>
        </p:blipFill>
        <p:spPr>
          <a:xfrm>
            <a:off x="3084901" y="3150965"/>
            <a:ext cx="2397772" cy="290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47016C-5171-3304-9701-11F72648EC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2660" y="2925741"/>
            <a:ext cx="2546726" cy="1500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2DDEDD-B9DF-5548-6934-54CC2D307CA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758" t="7502" r="51037" b="60892"/>
          <a:stretch/>
        </p:blipFill>
        <p:spPr>
          <a:xfrm>
            <a:off x="1419852" y="1116137"/>
            <a:ext cx="6139958" cy="1389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2B2D2-5B17-E210-1667-1A81D58E5D4D}"/>
              </a:ext>
            </a:extLst>
          </p:cNvPr>
          <p:cNvSpPr txBox="1"/>
          <p:nvPr/>
        </p:nvSpPr>
        <p:spPr>
          <a:xfrm>
            <a:off x="52439" y="4877514"/>
            <a:ext cx="65906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000" dirty="0"/>
              <a:t>R. T. Q. Chen, et al., </a:t>
            </a:r>
            <a:r>
              <a:rPr lang="en-US" sz="1000" i="1" dirty="0"/>
              <a:t>Neural Ordinary Differential Equations</a:t>
            </a:r>
            <a:r>
              <a:rPr lang="en-US" sz="1000" dirty="0"/>
              <a:t>, 2019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A42D548-CD29-BE9E-A8EE-2ED59326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505" y="492034"/>
            <a:ext cx="6076905" cy="410085"/>
          </a:xfrm>
        </p:spPr>
        <p:txBody>
          <a:bodyPr/>
          <a:lstStyle/>
          <a:p>
            <a:r>
              <a:rPr lang="en-US" sz="2000" dirty="0"/>
              <a:t>Neural Ordinary Differential Equations (NODEs) for System Identification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5362C7-93BB-D9F8-0C22-0B0D5C2A96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6126" y="4059424"/>
            <a:ext cx="2134608" cy="2328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31CD52-AD60-67DE-8AE8-0D5F6CD00A60}"/>
              </a:ext>
            </a:extLst>
          </p:cNvPr>
          <p:cNvSpPr txBox="1"/>
          <p:nvPr/>
        </p:nvSpPr>
        <p:spPr>
          <a:xfrm>
            <a:off x="2916708" y="3681264"/>
            <a:ext cx="310038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/>
              <a:t>For example, explicit Euler ODE solver:</a:t>
            </a:r>
          </a:p>
        </p:txBody>
      </p:sp>
    </p:spTree>
    <p:extLst>
      <p:ext uri="{BB962C8B-B14F-4D97-AF65-F5344CB8AC3E}">
        <p14:creationId xmlns:p14="http://schemas.microsoft.com/office/powerpoint/2010/main" val="29567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A0BC-DE79-6298-97DA-3FD6155C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378D0-7A61-5BA1-1141-50435F4B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914900"/>
            <a:ext cx="283264" cy="285750"/>
          </a:xfrm>
        </p:spPr>
        <p:txBody>
          <a:bodyPr/>
          <a:lstStyle/>
          <a:p>
            <a:pPr defTabSz="685773"/>
            <a:fld id="{FE7A4BB3-E848-5A44-82DF-322201952CD8}" type="slidenum">
              <a:rPr lang="en-US" smtClean="0"/>
              <a:pPr defTabSz="685773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30EACF-21F8-EDBE-C768-8C1246255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528" y="169336"/>
            <a:ext cx="7317066" cy="483808"/>
          </a:xfrm>
        </p:spPr>
        <p:txBody>
          <a:bodyPr/>
          <a:lstStyle/>
          <a:p>
            <a:r>
              <a:rPr lang="en-US" sz="2000" dirty="0"/>
              <a:t>Differentiating Through the ODE Solver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4E34A-CA62-F3B8-FF17-83DE998458EC}"/>
              </a:ext>
            </a:extLst>
          </p:cNvPr>
          <p:cNvSpPr txBox="1"/>
          <p:nvPr/>
        </p:nvSpPr>
        <p:spPr>
          <a:xfrm>
            <a:off x="5426060" y="792712"/>
            <a:ext cx="3320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Adjoint sensitivity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A1C4E-B813-AAD0-83BD-881F0B23F5D2}"/>
              </a:ext>
            </a:extLst>
          </p:cNvPr>
          <p:cNvSpPr txBox="1"/>
          <p:nvPr/>
        </p:nvSpPr>
        <p:spPr>
          <a:xfrm>
            <a:off x="227440" y="792712"/>
            <a:ext cx="45371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Backpropagation through time (BPTT)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7F699-3203-DA97-894B-6C49ED05D4B5}"/>
              </a:ext>
            </a:extLst>
          </p:cNvPr>
          <p:cNvSpPr txBox="1"/>
          <p:nvPr/>
        </p:nvSpPr>
        <p:spPr>
          <a:xfrm>
            <a:off x="192627" y="48510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2"/>
              </a:rPr>
              <a:t>https://en.wikipedia.org/wiki/Backpropagation_through_time</a:t>
            </a:r>
            <a:r>
              <a:rPr lang="en-US" sz="10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E8967-45E0-E39E-B242-1133C5390BE2}"/>
              </a:ext>
            </a:extLst>
          </p:cNvPr>
          <p:cNvSpPr txBox="1"/>
          <p:nvPr/>
        </p:nvSpPr>
        <p:spPr>
          <a:xfrm>
            <a:off x="4397468" y="4856250"/>
            <a:ext cx="4348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000" dirty="0"/>
              <a:t>R. T. Q. Chen, et al., </a:t>
            </a:r>
            <a:r>
              <a:rPr lang="en-US" sz="1000" i="1" dirty="0"/>
              <a:t>Neural Ordinary Differential Equations</a:t>
            </a:r>
            <a:r>
              <a:rPr lang="en-US" sz="1000" dirty="0"/>
              <a:t>, 2019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5A66-A086-CE89-AE33-A83B66A05904}"/>
              </a:ext>
            </a:extLst>
          </p:cNvPr>
          <p:cNvSpPr txBox="1"/>
          <p:nvPr/>
        </p:nvSpPr>
        <p:spPr>
          <a:xfrm>
            <a:off x="5017463" y="3666884"/>
            <a:ext cx="38433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Pros: </a:t>
            </a:r>
            <a:r>
              <a:rPr lang="en-US" sz="1400" dirty="0"/>
              <a:t>memory efficiency, no need to store intermediate variables, strong theory</a:t>
            </a:r>
          </a:p>
          <a:p>
            <a:r>
              <a:rPr lang="en-US" sz="1400" b="1" dirty="0"/>
              <a:t>Cons: </a:t>
            </a:r>
            <a:r>
              <a:rPr lang="en-US" sz="1400" dirty="0"/>
              <a:t>error accumulation leading to numerical instability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9643C-E24B-54B7-359A-2355D2D83F1F}"/>
              </a:ext>
            </a:extLst>
          </p:cNvPr>
          <p:cNvSpPr txBox="1"/>
          <p:nvPr/>
        </p:nvSpPr>
        <p:spPr>
          <a:xfrm>
            <a:off x="279740" y="3712636"/>
            <a:ext cx="40753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Pros: </a:t>
            </a:r>
            <a:r>
              <a:rPr lang="en-US" sz="1400" dirty="0"/>
              <a:t>exact for discretized systems, numerically more stable, wide support in modern AD libraries</a:t>
            </a:r>
          </a:p>
          <a:p>
            <a:r>
              <a:rPr lang="en-US" sz="1400" b="1" dirty="0"/>
              <a:t>Cons: </a:t>
            </a:r>
            <a:r>
              <a:rPr lang="en-US" sz="1400" dirty="0"/>
              <a:t>high memory cost, requires storing all intermediate variables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BD0614-C027-2896-20D1-9907AD52D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0" y="1270834"/>
            <a:ext cx="4488484" cy="21021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CE598F-A28C-F87A-2569-BD4193E64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534" y="1236617"/>
            <a:ext cx="4272714" cy="2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5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0587-ABB1-EA4E-73C6-4FEB4F3F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079EB6-BBBD-A74D-26C8-301B3952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85DE1E-764F-0499-DB77-5432F4B8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32" y="138558"/>
            <a:ext cx="8572147" cy="500120"/>
          </a:xfrm>
        </p:spPr>
        <p:txBody>
          <a:bodyPr/>
          <a:lstStyle/>
          <a:p>
            <a:r>
              <a:rPr lang="en-US" sz="2000" dirty="0"/>
              <a:t>Neural Differential Algebraic Equations (NDAEs) Problem Formulation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DC876-FBCD-CBA3-E0D3-3E714A3C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2" y="1481118"/>
            <a:ext cx="3774729" cy="1771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7413E-8A46-F686-4E2F-69D877D5A3BF}"/>
              </a:ext>
            </a:extLst>
          </p:cNvPr>
          <p:cNvSpPr txBox="1"/>
          <p:nvPr/>
        </p:nvSpPr>
        <p:spPr>
          <a:xfrm>
            <a:off x="145262" y="1017701"/>
            <a:ext cx="3495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DAE parameter estimation problem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F3A09-030B-F06B-D7F9-B308DE51FEF7}"/>
              </a:ext>
            </a:extLst>
          </p:cNvPr>
          <p:cNvSpPr txBox="1"/>
          <p:nvPr/>
        </p:nvSpPr>
        <p:spPr>
          <a:xfrm>
            <a:off x="4782576" y="1017701"/>
            <a:ext cx="3495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How can we train neural DAEs?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983F15-11CC-62FC-6F5C-A9F7D5D1A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815" y="1481118"/>
            <a:ext cx="4974962" cy="165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5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FCB8-B8D9-7161-89AA-B47969F8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C3A1A7-0602-9151-FDAF-B114CDD8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7A5EB0-78AA-E40D-BE00-7F6AB998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32" y="138558"/>
            <a:ext cx="8572147" cy="500120"/>
          </a:xfrm>
        </p:spPr>
        <p:txBody>
          <a:bodyPr/>
          <a:lstStyle/>
          <a:p>
            <a:r>
              <a:rPr lang="en-US" sz="2000" dirty="0"/>
              <a:t>Neural Differential Algebraic Equations (NDAEs) Problem Formulation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E0663-9C9F-9AE7-74AF-C7BDA1C3C16A}"/>
              </a:ext>
            </a:extLst>
          </p:cNvPr>
          <p:cNvSpPr txBox="1"/>
          <p:nvPr/>
        </p:nvSpPr>
        <p:spPr>
          <a:xfrm>
            <a:off x="145262" y="1017701"/>
            <a:ext cx="3495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DAE parameter estimation problem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6AFA78-3D5F-5D76-9AFC-BF23041D9484}"/>
              </a:ext>
            </a:extLst>
          </p:cNvPr>
          <p:cNvSpPr txBox="1"/>
          <p:nvPr/>
        </p:nvSpPr>
        <p:spPr>
          <a:xfrm>
            <a:off x="4266914" y="3515767"/>
            <a:ext cx="47627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Picard–Lindelöf theorem</a:t>
            </a:r>
            <a:r>
              <a:rPr lang="en-US" sz="1400" dirty="0"/>
              <a:t> gives </a:t>
            </a:r>
            <a:r>
              <a:rPr lang="en-US" sz="1400" b="1" dirty="0"/>
              <a:t>sufficient conditions</a:t>
            </a:r>
            <a:r>
              <a:rPr lang="en-US" sz="1400" dirty="0"/>
              <a:t> under which an </a:t>
            </a:r>
            <a:r>
              <a:rPr lang="en-US" sz="1400" b="1" dirty="0"/>
              <a:t>initial value problem </a:t>
            </a:r>
            <a:r>
              <a:rPr lang="en-US" sz="1400" dirty="0"/>
              <a:t>(IVP) for when DAE has a </a:t>
            </a:r>
            <a:r>
              <a:rPr lang="en-US" sz="1400" b="1" dirty="0"/>
              <a:t>unique solution</a:t>
            </a:r>
            <a:r>
              <a:rPr lang="en-US" sz="140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F328F6-3F8E-CB02-AF76-D4AB3DDE2A51}"/>
              </a:ext>
            </a:extLst>
          </p:cNvPr>
          <p:cNvSpPr txBox="1"/>
          <p:nvPr/>
        </p:nvSpPr>
        <p:spPr>
          <a:xfrm>
            <a:off x="275637" y="3480320"/>
            <a:ext cx="39751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Assumptions: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𝑓 is continuous in its arguments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𝑓 is Lipschitz continuous in 𝑥 on some neighborhood of initial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Index-1 DAE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4A2B70-2FFE-9087-5AC2-8884464FB348}"/>
              </a:ext>
            </a:extLst>
          </p:cNvPr>
          <p:cNvSpPr txBox="1"/>
          <p:nvPr/>
        </p:nvSpPr>
        <p:spPr>
          <a:xfrm>
            <a:off x="275637" y="4813450"/>
            <a:ext cx="8531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K. E. Brenan, S. L. Campbell, and L. R. Petzold, Numerical Solution of Initial-Value Problems in Differential-Algebraic Equations. SIAM, 1996.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63B305-7253-2F5A-BED9-363C0B6E1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723" y="1141204"/>
            <a:ext cx="5078747" cy="2030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809EF9-CCA3-80F3-0B55-0828911E6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92" y="1481118"/>
            <a:ext cx="3774729" cy="177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0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4783-13F1-3AD3-0362-2E573370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810768-5BBE-C6D2-9299-52E214A4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6180A-3DD7-F8D2-3C35-87514758BCAE}"/>
              </a:ext>
            </a:extLst>
          </p:cNvPr>
          <p:cNvSpPr txBox="1"/>
          <p:nvPr/>
        </p:nvSpPr>
        <p:spPr>
          <a:xfrm>
            <a:off x="327045" y="701024"/>
            <a:ext cx="3997268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Our neural DAE time stepper architecture is inspired by operator splitting methods for ODEs: </a:t>
            </a:r>
            <a:endParaRPr lang="en-US" sz="1375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FC9E0-0584-510B-DEC2-43B4D8FD932A}"/>
              </a:ext>
            </a:extLst>
          </p:cNvPr>
          <p:cNvSpPr txBox="1"/>
          <p:nvPr/>
        </p:nvSpPr>
        <p:spPr>
          <a:xfrm>
            <a:off x="114300" y="4869177"/>
            <a:ext cx="87571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J. Koch, M. Shapiro, H. Sharma, D. Vrabie, J. Drgona, Learning Neural Differential Algebraic Equations via Operator Splitting, CDC, 2025.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863A9-258F-E2D0-BB32-A4678A024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4" y="1177812"/>
            <a:ext cx="1776582" cy="592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A87797-0BC9-3729-9EC6-A4D7085AE673}"/>
              </a:ext>
            </a:extLst>
          </p:cNvPr>
          <p:cNvSpPr txBox="1"/>
          <p:nvPr/>
        </p:nvSpPr>
        <p:spPr>
          <a:xfrm>
            <a:off x="287856" y="1908322"/>
            <a:ext cx="3374606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Lie-Trotter splitting scheme for ODEs: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FF9EE9-CEEB-5E15-A46F-F954C24BC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8" y="2223264"/>
            <a:ext cx="3205644" cy="8172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F4868F-8B43-19EE-14CB-E776F38BCFE8}"/>
              </a:ext>
            </a:extLst>
          </p:cNvPr>
          <p:cNvSpPr txBox="1"/>
          <p:nvPr/>
        </p:nvSpPr>
        <p:spPr>
          <a:xfrm>
            <a:off x="287856" y="3254406"/>
            <a:ext cx="3495941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Operator splitting for DAEs:</a:t>
            </a:r>
            <a:endParaRPr lang="en-US" sz="13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36B0B0-06B5-F6CA-BE49-09603D34B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45" y="3557963"/>
            <a:ext cx="4029190" cy="8295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293224-AA3E-4179-37C8-F27AE64D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92" y="978575"/>
            <a:ext cx="4060043" cy="1279601"/>
          </a:xfrm>
          <a:prstGeom prst="rect">
            <a:avLst/>
          </a:prstGeom>
        </p:spPr>
      </p:pic>
      <p:sp>
        <p:nvSpPr>
          <p:cNvPr id="28" name="Title 2">
            <a:extLst>
              <a:ext uri="{FF2B5EF4-FFF2-40B4-BE49-F238E27FC236}">
                <a16:creationId xmlns:a16="http://schemas.microsoft.com/office/drawing/2014/main" id="{BB173D69-E469-77C9-77AF-5A6EAF35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45" y="169334"/>
            <a:ext cx="8656540" cy="307778"/>
          </a:xfrm>
        </p:spPr>
        <p:txBody>
          <a:bodyPr/>
          <a:lstStyle/>
          <a:p>
            <a:r>
              <a:rPr lang="en-US" sz="2000" dirty="0"/>
              <a:t>Learning Neural Differential Algebraic Equations via Operator Splitting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3A1858-60BB-0201-0E48-78B07D56F540}"/>
              </a:ext>
            </a:extLst>
          </p:cNvPr>
          <p:cNvSpPr txBox="1"/>
          <p:nvPr/>
        </p:nvSpPr>
        <p:spPr>
          <a:xfrm>
            <a:off x="4717780" y="701024"/>
            <a:ext cx="3997268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Neural DAE learning problem:</a:t>
            </a:r>
            <a:endParaRPr lang="en-US" sz="1375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721F3-42CA-894B-170D-478DAF09A220}"/>
              </a:ext>
            </a:extLst>
          </p:cNvPr>
          <p:cNvSpPr txBox="1"/>
          <p:nvPr/>
        </p:nvSpPr>
        <p:spPr>
          <a:xfrm>
            <a:off x="327045" y="4476375"/>
            <a:ext cx="3818235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Picard-Lindelof Theorem for index-1 DAEs.</a:t>
            </a:r>
            <a:endParaRPr lang="en-US" sz="137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8FF1F-F446-CFE7-A591-2964C040F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3480" y="2370637"/>
            <a:ext cx="4426220" cy="245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6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02CDC-634D-7011-1B29-3AE43EBA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7D2E1-9D67-4387-0C6C-3F9D8AE9F88D}"/>
              </a:ext>
            </a:extLst>
          </p:cNvPr>
          <p:cNvSpPr txBox="1"/>
          <p:nvPr/>
        </p:nvSpPr>
        <p:spPr>
          <a:xfrm>
            <a:off x="6155788" y="3497648"/>
            <a:ext cx="2680867" cy="5155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375" b="1" dirty="0"/>
              <a:t>DAE inverse modeling, with satisfied conservation laws.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1900372-4DAA-9298-34C0-669C7F83E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45"/>
          <a:stretch/>
        </p:blipFill>
        <p:spPr>
          <a:xfrm>
            <a:off x="4096577" y="676633"/>
            <a:ext cx="4899378" cy="26068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F582C4-9D83-999E-38EE-E9ECF68C802D}"/>
              </a:ext>
            </a:extLst>
          </p:cNvPr>
          <p:cNvSpPr txBox="1"/>
          <p:nvPr/>
        </p:nvSpPr>
        <p:spPr>
          <a:xfrm>
            <a:off x="278639" y="559017"/>
            <a:ext cx="3731657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Tank-manifold pump schematics</a:t>
            </a:r>
            <a:endParaRPr lang="en-US" sz="137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887CB5-0FFD-74DB-DEBD-6181BB92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04" y="944851"/>
            <a:ext cx="2937222" cy="21427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EA1B57-B6D7-4207-03D2-DA0B0E5FC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235" y="3483439"/>
            <a:ext cx="3070998" cy="13106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D9BA3C-6B66-4A88-2F3A-A6494A625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54" y="3533460"/>
            <a:ext cx="2557037" cy="12572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68F90BA-A4C5-0534-7204-C76BFFA9B4ED}"/>
              </a:ext>
            </a:extLst>
          </p:cNvPr>
          <p:cNvSpPr txBox="1"/>
          <p:nvPr/>
        </p:nvSpPr>
        <p:spPr>
          <a:xfrm>
            <a:off x="148045" y="3147626"/>
            <a:ext cx="278674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DAE with unknown components:</a:t>
            </a:r>
            <a:endParaRPr lang="en-US" sz="1375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15D9B4-B2F0-5D6D-A826-045FB0730023}"/>
              </a:ext>
            </a:extLst>
          </p:cNvPr>
          <p:cNvSpPr txBox="1"/>
          <p:nvPr/>
        </p:nvSpPr>
        <p:spPr>
          <a:xfrm>
            <a:off x="2971315" y="3163440"/>
            <a:ext cx="2499597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Neural DAE:</a:t>
            </a:r>
            <a:endParaRPr lang="en-US" sz="1375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413499-1B70-2E23-61F0-A638CA10703E}"/>
              </a:ext>
            </a:extLst>
          </p:cNvPr>
          <p:cNvSpPr txBox="1"/>
          <p:nvPr/>
        </p:nvSpPr>
        <p:spPr>
          <a:xfrm>
            <a:off x="6155788" y="4227335"/>
            <a:ext cx="2899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6" tooltip="https://drgona.github.io/NeuralDAEs/"/>
              </a:rPr>
              <a:t>drgona.github.io/</a:t>
            </a:r>
            <a:r>
              <a:rPr lang="en-US" sz="1600" dirty="0" err="1">
                <a:hlinkClick r:id="rId6" tooltip="https://drgona.github.io/NeuralDAEs/"/>
              </a:rPr>
              <a:t>NeuralDAEs</a:t>
            </a:r>
            <a:r>
              <a:rPr lang="en-US" sz="1600" dirty="0">
                <a:hlinkClick r:id="rId6" tooltip="https://drgona.github.io/NeuralDAEs/"/>
              </a:rPr>
              <a:t>/</a:t>
            </a:r>
            <a:endParaRPr lang="en-US" sz="1600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ECA5986-FB05-79E7-A457-D8C85D85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83" y="169334"/>
            <a:ext cx="8543802" cy="307778"/>
          </a:xfrm>
        </p:spPr>
        <p:txBody>
          <a:bodyPr/>
          <a:lstStyle/>
          <a:p>
            <a:r>
              <a:rPr lang="en-US" sz="2000" dirty="0"/>
              <a:t>Tank-Manifold Pump Modeling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710B7-8C26-9EB1-158E-912E76BAFABE}"/>
              </a:ext>
            </a:extLst>
          </p:cNvPr>
          <p:cNvSpPr txBox="1"/>
          <p:nvPr/>
        </p:nvSpPr>
        <p:spPr>
          <a:xfrm>
            <a:off x="114300" y="4869177"/>
            <a:ext cx="87571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J. Koch, M. Shapiro, H. Sharma, D. Vrabie, J. Drgona, Learning Neural Differential Algebraic Equations via Operator Splitting, CDC, 2025.</a:t>
            </a:r>
          </a:p>
        </p:txBody>
      </p:sp>
    </p:spTree>
    <p:extLst>
      <p:ext uri="{BB962C8B-B14F-4D97-AF65-F5344CB8AC3E}">
        <p14:creationId xmlns:p14="http://schemas.microsoft.com/office/powerpoint/2010/main" val="345707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922E4-FF54-7B17-45DA-82D75E86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0767AD-F753-9B81-C41C-7AADEBDB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C1B45-F35D-C7BA-DA63-D4FF3E67C80E}"/>
              </a:ext>
            </a:extLst>
          </p:cNvPr>
          <p:cNvSpPr txBox="1"/>
          <p:nvPr/>
        </p:nvSpPr>
        <p:spPr>
          <a:xfrm>
            <a:off x="278640" y="559017"/>
            <a:ext cx="1342157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Network system schematics</a:t>
            </a:r>
            <a:endParaRPr lang="en-US" sz="1375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AB3CC32-08EF-5ED3-1D08-1D7CF7D3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83" y="169334"/>
            <a:ext cx="8543802" cy="307778"/>
          </a:xfrm>
        </p:spPr>
        <p:txBody>
          <a:bodyPr/>
          <a:lstStyle/>
          <a:p>
            <a:r>
              <a:rPr lang="en-US" sz="2000" dirty="0"/>
              <a:t>Tank Network Modeling Problem</a:t>
            </a:r>
          </a:p>
        </p:txBody>
      </p:sp>
      <p:pic>
        <p:nvPicPr>
          <p:cNvPr id="4" name="Picture 3" descr="A diagram of a tank&#10;&#10;AI-generated content may be incorrect.">
            <a:extLst>
              <a:ext uri="{FF2B5EF4-FFF2-40B4-BE49-F238E27FC236}">
                <a16:creationId xmlns:a16="http://schemas.microsoft.com/office/drawing/2014/main" id="{961ABFD1-974B-C521-73E0-5E498EC2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218" y="488539"/>
            <a:ext cx="2093443" cy="2218930"/>
          </a:xfrm>
          <a:prstGeom prst="rect">
            <a:avLst/>
          </a:prstGeom>
        </p:spPr>
      </p:pic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AA35E0A-2707-85AF-8B6E-DF22098F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5" y="3017111"/>
            <a:ext cx="4652051" cy="1755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FB0329-9032-132A-CBB7-0479D73FA8D4}"/>
              </a:ext>
            </a:extLst>
          </p:cNvPr>
          <p:cNvSpPr txBox="1"/>
          <p:nvPr/>
        </p:nvSpPr>
        <p:spPr>
          <a:xfrm>
            <a:off x="226422" y="2692339"/>
            <a:ext cx="278674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75" dirty="0">
                <a:latin typeface="Arial" panose="020B0604020202020204" pitchFamily="34" charset="0"/>
              </a:rPr>
              <a:t>DAE with unknown components:</a:t>
            </a:r>
            <a:endParaRPr lang="en-US" sz="1375" dirty="0"/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171A3C4-53B1-05BC-C19C-216B9438D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981" y="9732"/>
            <a:ext cx="3906945" cy="45051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63C7E0-B6D8-7CC2-27FE-0ED29072D3BA}"/>
              </a:ext>
            </a:extLst>
          </p:cNvPr>
          <p:cNvSpPr txBox="1"/>
          <p:nvPr/>
        </p:nvSpPr>
        <p:spPr>
          <a:xfrm>
            <a:off x="4828667" y="4515415"/>
            <a:ext cx="4262259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a) Noisy data vs prediction. b) Extrapolation.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912AA-5513-46F3-6821-C1104CA13ACF}"/>
              </a:ext>
            </a:extLst>
          </p:cNvPr>
          <p:cNvSpPr txBox="1"/>
          <p:nvPr/>
        </p:nvSpPr>
        <p:spPr>
          <a:xfrm>
            <a:off x="114300" y="4869177"/>
            <a:ext cx="87571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J. Koch, M. Shapiro, H. Sharma, D. Vrabie, J. Drgona, Learning Neural Differential Algebraic Equations via Operator Splitting, CDC, 2025.</a:t>
            </a:r>
          </a:p>
        </p:txBody>
      </p:sp>
    </p:spTree>
    <p:extLst>
      <p:ext uri="{BB962C8B-B14F-4D97-AF65-F5344CB8AC3E}">
        <p14:creationId xmlns:p14="http://schemas.microsoft.com/office/powerpoint/2010/main" val="234744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7A32-2965-5EE3-8DEF-78AC23AC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57833-D7B1-403D-7846-2CFB094C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7" y="4914900"/>
            <a:ext cx="283264" cy="285750"/>
          </a:xfrm>
        </p:spPr>
        <p:txBody>
          <a:bodyPr/>
          <a:lstStyle/>
          <a:p>
            <a:pPr defTabSz="685745"/>
            <a:fld id="{FE7A4BB3-E848-5A44-82DF-322201952CD8}" type="slidenum">
              <a:rPr lang="en-US" smtClean="0"/>
              <a:pPr defTabSz="685745"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BD87A-6952-F150-68F3-DB79E08E900A}"/>
              </a:ext>
            </a:extLst>
          </p:cNvPr>
          <p:cNvSpPr txBox="1"/>
          <p:nvPr/>
        </p:nvSpPr>
        <p:spPr>
          <a:xfrm>
            <a:off x="5528550" y="3210293"/>
            <a:ext cx="136183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Draguna</a:t>
            </a:r>
            <a:r>
              <a:rPr lang="en-US" sz="1600" b="1" dirty="0"/>
              <a:t> </a:t>
            </a:r>
          </a:p>
          <a:p>
            <a:pPr algn="ctr"/>
            <a:r>
              <a:rPr lang="en-US" sz="1600" b="1" dirty="0"/>
              <a:t>Vrabie</a:t>
            </a:r>
          </a:p>
          <a:p>
            <a:pPr algn="ctr"/>
            <a:endParaRPr lang="en-US" sz="1400" dirty="0"/>
          </a:p>
        </p:txBody>
      </p:sp>
      <p:pic>
        <p:nvPicPr>
          <p:cNvPr id="9" name="Picture 4" descr="Cyber Threat Screening Using a Queuing-Based Game ...">
            <a:extLst>
              <a:ext uri="{FF2B5EF4-FFF2-40B4-BE49-F238E27FC236}">
                <a16:creationId xmlns:a16="http://schemas.microsoft.com/office/drawing/2014/main" id="{732808B4-EA0C-1473-1EFF-5D865BF1E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81" y="1635748"/>
            <a:ext cx="1535301" cy="153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dvanced Scientific Computing Re... | U.S. DOE Office of Science (SC)">
            <a:extLst>
              <a:ext uri="{FF2B5EF4-FFF2-40B4-BE49-F238E27FC236}">
                <a16:creationId xmlns:a16="http://schemas.microsoft.com/office/drawing/2014/main" id="{3E71D068-E840-5526-EB92-E88D63326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17"/>
          <a:stretch/>
        </p:blipFill>
        <p:spPr bwMode="auto">
          <a:xfrm>
            <a:off x="193438" y="4362478"/>
            <a:ext cx="2690678" cy="64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acific Northwest National Laboratory - Wikipedia">
            <a:extLst>
              <a:ext uri="{FF2B5EF4-FFF2-40B4-BE49-F238E27FC236}">
                <a16:creationId xmlns:a16="http://schemas.microsoft.com/office/drawing/2014/main" id="{00FBFA34-9534-394C-14BC-3DF5A55E0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781" y="3884967"/>
            <a:ext cx="2735537" cy="1171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4221EA-5273-96C2-BC48-B153FB7932B7}"/>
              </a:ext>
            </a:extLst>
          </p:cNvPr>
          <p:cNvSpPr txBox="1"/>
          <p:nvPr/>
        </p:nvSpPr>
        <p:spPr>
          <a:xfrm>
            <a:off x="238176" y="3228105"/>
            <a:ext cx="182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James Koch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78B5338-D04C-8FA9-9390-D75F18A24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1" t="5336" r="12127" b="13338"/>
          <a:stretch/>
        </p:blipFill>
        <p:spPr bwMode="auto">
          <a:xfrm>
            <a:off x="449694" y="1653560"/>
            <a:ext cx="1391463" cy="152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4A67E-A4B3-1F7A-0F29-7EB45095C345}"/>
              </a:ext>
            </a:extLst>
          </p:cNvPr>
          <p:cNvSpPr txBox="1"/>
          <p:nvPr/>
        </p:nvSpPr>
        <p:spPr>
          <a:xfrm>
            <a:off x="1841157" y="3222405"/>
            <a:ext cx="182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Madelyn Shapiro</a:t>
            </a:r>
          </a:p>
        </p:txBody>
      </p:sp>
      <p:pic>
        <p:nvPicPr>
          <p:cNvPr id="8" name="Picture 2" descr="Madelyn Shapiro">
            <a:extLst>
              <a:ext uri="{FF2B5EF4-FFF2-40B4-BE49-F238E27FC236}">
                <a16:creationId xmlns:a16="http://schemas.microsoft.com/office/drawing/2014/main" id="{DD45A55D-D3B8-6CB0-0CB4-4B92CDC70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028" y="1653560"/>
            <a:ext cx="1517489" cy="151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2">
            <a:extLst>
              <a:ext uri="{FF2B5EF4-FFF2-40B4-BE49-F238E27FC236}">
                <a16:creationId xmlns:a16="http://schemas.microsoft.com/office/drawing/2014/main" id="{A8E3A9B8-F026-ED19-6489-B41FC0B6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69" y="478796"/>
            <a:ext cx="8260080" cy="466393"/>
          </a:xfrm>
        </p:spPr>
        <p:txBody>
          <a:bodyPr/>
          <a:lstStyle/>
          <a:p>
            <a:r>
              <a:rPr lang="en-US" sz="2000" dirty="0"/>
              <a:t>Co-Authors of Learning Neural Differential Algebraic Equations via Operator Splitting</a:t>
            </a:r>
          </a:p>
        </p:txBody>
      </p:sp>
      <p:pic>
        <p:nvPicPr>
          <p:cNvPr id="1026" name="Picture 2" descr="Photo of Himanshu Sharma">
            <a:extLst>
              <a:ext uri="{FF2B5EF4-FFF2-40B4-BE49-F238E27FC236}">
                <a16:creationId xmlns:a16="http://schemas.microsoft.com/office/drawing/2014/main" id="{63E840D5-3A02-8C2C-0B96-9E7E7FC8E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1666" r="20793" b="15316"/>
          <a:stretch>
            <a:fillRect/>
          </a:stretch>
        </p:blipFill>
        <p:spPr bwMode="auto">
          <a:xfrm>
            <a:off x="3829284" y="1653560"/>
            <a:ext cx="1380282" cy="151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B96D24-4EE4-511C-3023-B98EC77C66FE}"/>
              </a:ext>
            </a:extLst>
          </p:cNvPr>
          <p:cNvSpPr txBox="1"/>
          <p:nvPr/>
        </p:nvSpPr>
        <p:spPr>
          <a:xfrm>
            <a:off x="3562525" y="3240518"/>
            <a:ext cx="182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Himanshu</a:t>
            </a:r>
          </a:p>
          <a:p>
            <a:pPr algn="ctr"/>
            <a:r>
              <a:rPr lang="en-US" sz="1600" b="1" dirty="0"/>
              <a:t>Sharma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5BB24D-8740-FB89-AAAF-D48EBA5306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9" r="12886" b="7049"/>
          <a:stretch>
            <a:fillRect/>
          </a:stretch>
        </p:blipFill>
        <p:spPr bwMode="auto">
          <a:xfrm>
            <a:off x="7234795" y="1610471"/>
            <a:ext cx="1354888" cy="157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D424046-8F5A-1BC7-FE49-CFCF1BC8C9A9}"/>
              </a:ext>
            </a:extLst>
          </p:cNvPr>
          <p:cNvSpPr txBox="1"/>
          <p:nvPr/>
        </p:nvSpPr>
        <p:spPr>
          <a:xfrm>
            <a:off x="7234795" y="3237093"/>
            <a:ext cx="1547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916BA4"/>
              </a:buClr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Ján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Drgoňa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pic>
        <p:nvPicPr>
          <p:cNvPr id="4" name="Picture 4" descr="Johns Hopkins University">
            <a:extLst>
              <a:ext uri="{FF2B5EF4-FFF2-40B4-BE49-F238E27FC236}">
                <a16:creationId xmlns:a16="http://schemas.microsoft.com/office/drawing/2014/main" id="{E93A5E80-F1A2-E66B-3B67-3DFF3ECFF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4" r="9977"/>
          <a:stretch>
            <a:fillRect/>
          </a:stretch>
        </p:blipFill>
        <p:spPr bwMode="auto">
          <a:xfrm>
            <a:off x="6008877" y="3830888"/>
            <a:ext cx="2825969" cy="12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8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BB71F-9C56-4B8C-B038-3260D001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914900"/>
            <a:ext cx="283264" cy="285750"/>
          </a:xfrm>
        </p:spPr>
        <p:txBody>
          <a:bodyPr/>
          <a:lstStyle/>
          <a:p>
            <a:pPr defTabSz="685773"/>
            <a:fld id="{FE7A4BB3-E848-5A44-82DF-322201952CD8}" type="slidenum">
              <a:rPr lang="en-US" smtClean="0"/>
              <a:pPr defTabSz="685773"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A0DF7-D83C-4F59-9C27-EB354BEF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24" y="64666"/>
            <a:ext cx="10467690" cy="399226"/>
          </a:xfrm>
        </p:spPr>
        <p:txBody>
          <a:bodyPr/>
          <a:lstStyle/>
          <a:p>
            <a:r>
              <a:rPr lang="en-US" sz="2000" dirty="0"/>
              <a:t>Prior and Recent Related 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FAC31A-49EF-6596-9789-2A4E82C88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" y="2197300"/>
            <a:ext cx="8202837" cy="791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70B59C-3E54-CB8A-E9C8-2309C9C4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2010"/>
            <a:ext cx="8746436" cy="736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CCA820-9ABE-1A47-535F-AE342B56E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6" y="3710688"/>
            <a:ext cx="8746436" cy="720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33B48-2E8A-0950-DCB3-FA9E9DF94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5" y="1298383"/>
            <a:ext cx="8421401" cy="709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4E68C5-9E26-238E-8EA0-24A403383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9" y="4446956"/>
            <a:ext cx="8947154" cy="696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87A94E-92BF-F295-3356-663326AEB7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92"/>
          <a:stretch>
            <a:fillRect/>
          </a:stretch>
        </p:blipFill>
        <p:spPr>
          <a:xfrm>
            <a:off x="31225" y="550790"/>
            <a:ext cx="9059249" cy="7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7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A4A1-EDE1-E37C-8AB2-2DFCF19F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C5B796-2EE0-8EF6-ECCD-A416B542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914900"/>
            <a:ext cx="283264" cy="285750"/>
          </a:xfrm>
        </p:spPr>
        <p:txBody>
          <a:bodyPr/>
          <a:lstStyle/>
          <a:p>
            <a:pPr defTabSz="685773"/>
            <a:fld id="{FE7A4BB3-E848-5A44-82DF-322201952CD8}" type="slidenum">
              <a:rPr lang="en-US" smtClean="0"/>
              <a:pPr defTabSz="685773"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0D5727-BD10-6595-DCC3-7961957A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69335"/>
            <a:ext cx="7519307" cy="632009"/>
          </a:xfrm>
        </p:spPr>
        <p:txBody>
          <a:bodyPr/>
          <a:lstStyle/>
          <a:p>
            <a:r>
              <a:rPr lang="en-US" sz="2000" dirty="0" err="1"/>
              <a:t>NeuroMANCER</a:t>
            </a:r>
            <a:r>
              <a:rPr lang="en-US" sz="2000" dirty="0"/>
              <a:t> Scientific Machine Learning Library</a:t>
            </a:r>
          </a:p>
        </p:txBody>
      </p:sp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id="{D307FE1C-179B-B566-7E6D-4EC5BAC0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58" y="2762514"/>
            <a:ext cx="2039168" cy="2039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17EC05-0A1B-2E48-129C-116969F78E32}"/>
              </a:ext>
            </a:extLst>
          </p:cNvPr>
          <p:cNvSpPr txBox="1"/>
          <p:nvPr/>
        </p:nvSpPr>
        <p:spPr>
          <a:xfrm>
            <a:off x="2851860" y="4677365"/>
            <a:ext cx="5620241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  <a:hlinkClick r:id="rId3"/>
              </a:rPr>
              <a:t>github.com/</a:t>
            </a:r>
            <a:r>
              <a:rPr lang="en-US" sz="1600" b="1" dirty="0" err="1">
                <a:latin typeface="+mj-lt"/>
                <a:hlinkClick r:id="rId3"/>
              </a:rPr>
              <a:t>pnnl</a:t>
            </a:r>
            <a:r>
              <a:rPr lang="en-US" sz="1600" b="1" dirty="0">
                <a:latin typeface="+mj-lt"/>
                <a:hlinkClick r:id="rId3"/>
              </a:rPr>
              <a:t>/</a:t>
            </a:r>
            <a:r>
              <a:rPr lang="en-US" sz="1600" b="1" dirty="0" err="1">
                <a:latin typeface="+mj-lt"/>
                <a:hlinkClick r:id="rId3"/>
              </a:rPr>
              <a:t>neuromancer</a:t>
            </a:r>
            <a:endParaRPr lang="en-US" sz="1600" b="1" dirty="0">
              <a:solidFill>
                <a:srgbClr val="4C483D"/>
              </a:solidFill>
              <a:latin typeface="+mj-lt"/>
              <a:ea typeface="MS Mincho" panose="02020609040205080304" pitchFamily="49" charset="-128"/>
              <a:cs typeface="Times New Roman" panose="02020603050405020304" pitchFamily="18" charset="0"/>
              <a:hlinkClick r:id="rId4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6229A-415C-D77D-BA67-7916EEB22A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74" t="48311" r="51321" b="20083"/>
          <a:stretch/>
        </p:blipFill>
        <p:spPr>
          <a:xfrm>
            <a:off x="845685" y="3794565"/>
            <a:ext cx="4160982" cy="94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B21B7-1655-A803-7384-CC14D197B4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58" t="7502" r="51037" b="60892"/>
          <a:stretch/>
        </p:blipFill>
        <p:spPr>
          <a:xfrm>
            <a:off x="881169" y="2877249"/>
            <a:ext cx="4217672" cy="954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AC79B1-3DF6-9DCB-99D3-5305771C53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013" t="48099" r="782" b="20295"/>
          <a:stretch/>
        </p:blipFill>
        <p:spPr>
          <a:xfrm>
            <a:off x="845685" y="1930013"/>
            <a:ext cx="4160982" cy="9414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2AF142-B37E-4D86-0297-644F467D12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227" t="9327" r="782" b="64991"/>
          <a:stretch/>
        </p:blipFill>
        <p:spPr>
          <a:xfrm>
            <a:off x="869585" y="1144814"/>
            <a:ext cx="4167972" cy="769754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16786A2-4D9E-BF52-FDA8-F0D024236B8D}"/>
              </a:ext>
            </a:extLst>
          </p:cNvPr>
          <p:cNvSpPr txBox="1">
            <a:spLocks/>
          </p:cNvSpPr>
          <p:nvPr/>
        </p:nvSpPr>
        <p:spPr>
          <a:xfrm>
            <a:off x="5412922" y="1157305"/>
            <a:ext cx="3681728" cy="1791998"/>
          </a:xfrm>
          <a:prstGeom prst="rect">
            <a:avLst/>
          </a:prstGeom>
        </p:spPr>
        <p:txBody>
          <a:bodyPr/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Open-source library in </a:t>
            </a:r>
            <a:r>
              <a:rPr lang="en-US" sz="1500" b="1" dirty="0" err="1"/>
              <a:t>PyTorch</a:t>
            </a:r>
            <a:endParaRPr lang="en-US" sz="1500" b="1" dirty="0"/>
          </a:p>
          <a:p>
            <a:r>
              <a:rPr lang="en-US" sz="1500" dirty="0"/>
              <a:t>Physics-informed Neural Networks</a:t>
            </a:r>
          </a:p>
          <a:p>
            <a:r>
              <a:rPr lang="en-US" sz="1500" dirty="0"/>
              <a:t>Learning to optimize</a:t>
            </a:r>
          </a:p>
          <a:p>
            <a:r>
              <a:rPr lang="en-US" sz="1500" dirty="0"/>
              <a:t>Neural differential equations</a:t>
            </a:r>
          </a:p>
          <a:p>
            <a:r>
              <a:rPr lang="en-US" sz="1500" dirty="0"/>
              <a:t>Learning to control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0639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BB71F-9C56-4B8C-B038-3260D001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7" y="4914900"/>
            <a:ext cx="283264" cy="285750"/>
          </a:xfrm>
        </p:spPr>
        <p:txBody>
          <a:bodyPr/>
          <a:lstStyle/>
          <a:p>
            <a:pPr defTabSz="685745"/>
            <a:fld id="{FE7A4BB3-E848-5A44-82DF-322201952CD8}" type="slidenum">
              <a:rPr lang="en-US" smtClean="0"/>
              <a:pPr defTabSz="685745"/>
              <a:t>13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71B3727-CFAA-0260-BD00-C53EEA35EDAA}"/>
              </a:ext>
            </a:extLst>
          </p:cNvPr>
          <p:cNvSpPr txBox="1">
            <a:spLocks/>
          </p:cNvSpPr>
          <p:nvPr/>
        </p:nvSpPr>
        <p:spPr>
          <a:xfrm>
            <a:off x="201383" y="941394"/>
            <a:ext cx="4244341" cy="3717576"/>
          </a:xfrm>
          <a:prstGeom prst="rect">
            <a:avLst/>
          </a:prstGeom>
        </p:spPr>
        <p:txBody>
          <a:bodyPr/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Scientific machine learning (</a:t>
            </a:r>
            <a:r>
              <a:rPr lang="en-US" sz="1600" b="1" dirty="0" err="1"/>
              <a:t>SciML</a:t>
            </a:r>
            <a:r>
              <a:rPr lang="en-US" sz="1600" b="1" dirty="0"/>
              <a:t>) </a:t>
            </a:r>
            <a:r>
              <a:rPr lang="en-US" sz="1600" dirty="0"/>
              <a:t>methods integrating deep learning, constrained optimization, physics-based modeling, and control</a:t>
            </a:r>
          </a:p>
          <a:p>
            <a:pPr lvl="1"/>
            <a:r>
              <a:rPr lang="en-US" sz="1600" dirty="0"/>
              <a:t>Learning to solve (L2S) </a:t>
            </a:r>
          </a:p>
          <a:p>
            <a:pPr lvl="1"/>
            <a:r>
              <a:rPr lang="en-US" sz="1600" dirty="0"/>
              <a:t>Learning to optimize (L2O)</a:t>
            </a:r>
          </a:p>
          <a:p>
            <a:pPr lvl="1"/>
            <a:r>
              <a:rPr lang="en-US" sz="1600" dirty="0"/>
              <a:t>Learning to model (L2M)</a:t>
            </a:r>
          </a:p>
          <a:p>
            <a:pPr lvl="1"/>
            <a:r>
              <a:rPr lang="en-US" sz="1600" dirty="0"/>
              <a:t>Learning to control (L2C)</a:t>
            </a:r>
          </a:p>
          <a:p>
            <a:pPr marL="457182" lvl="1" indent="0">
              <a:buNone/>
            </a:pPr>
            <a:endParaRPr lang="en-US" sz="1600" dirty="0"/>
          </a:p>
          <a:p>
            <a:pPr lvl="1"/>
            <a:endParaRPr lang="en-US" sz="1267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D56FBB-5EBB-2A2E-9ADF-1F33B2E2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0" y="169069"/>
            <a:ext cx="6746186" cy="482126"/>
          </a:xfrm>
        </p:spPr>
        <p:txBody>
          <a:bodyPr>
            <a:noAutofit/>
          </a:bodyPr>
          <a:lstStyle/>
          <a:p>
            <a:r>
              <a:rPr lang="en-US" sz="2000" dirty="0"/>
              <a:t>Summary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D92CE7C-F198-4F24-BCDD-E57217D78C49}"/>
              </a:ext>
            </a:extLst>
          </p:cNvPr>
          <p:cNvSpPr txBox="1">
            <a:spLocks/>
          </p:cNvSpPr>
          <p:nvPr/>
        </p:nvSpPr>
        <p:spPr>
          <a:xfrm>
            <a:off x="4502328" y="924259"/>
            <a:ext cx="4562207" cy="3717576"/>
          </a:xfrm>
          <a:prstGeom prst="rect">
            <a:avLst/>
          </a:prstGeom>
        </p:spPr>
        <p:txBody>
          <a:bodyPr/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Challenges</a:t>
            </a:r>
            <a:endParaRPr lang="en-US" sz="1600" dirty="0"/>
          </a:p>
          <a:p>
            <a:pPr lvl="1"/>
            <a:r>
              <a:rPr lang="en-US" sz="1600" dirty="0"/>
              <a:t>High-index DAEs</a:t>
            </a:r>
          </a:p>
          <a:p>
            <a:pPr lvl="1"/>
            <a:r>
              <a:rPr lang="en-US" sz="1600" dirty="0"/>
              <a:t>Stiff DAEs</a:t>
            </a:r>
          </a:p>
          <a:p>
            <a:pPr lvl="1"/>
            <a:r>
              <a:rPr lang="en-US" sz="1600" dirty="0"/>
              <a:t>Gradients ill conditioning for deep graphs</a:t>
            </a:r>
          </a:p>
          <a:p>
            <a:pPr lvl="1"/>
            <a:r>
              <a:rPr lang="en-US" sz="1600" dirty="0"/>
              <a:t>Drift if the algebra solver is not exact</a:t>
            </a:r>
          </a:p>
          <a:p>
            <a:r>
              <a:rPr lang="en-US" sz="1600" b="1" dirty="0"/>
              <a:t>Opportunities</a:t>
            </a:r>
          </a:p>
          <a:p>
            <a:pPr lvl="1"/>
            <a:r>
              <a:rPr lang="en-US" sz="1600" dirty="0"/>
              <a:t>Large-scale systems</a:t>
            </a:r>
          </a:p>
          <a:p>
            <a:pPr lvl="1"/>
            <a:r>
              <a:rPr lang="en-US" sz="1600" dirty="0"/>
              <a:t>PDE optimization and control</a:t>
            </a:r>
          </a:p>
          <a:p>
            <a:pPr lvl="1"/>
            <a:r>
              <a:rPr lang="en-US" sz="1600" dirty="0"/>
              <a:t>Development of new software tools</a:t>
            </a:r>
          </a:p>
          <a:p>
            <a:pPr lvl="1"/>
            <a:endParaRPr lang="en-US" sz="1600" dirty="0"/>
          </a:p>
          <a:p>
            <a:pPr lvl="1"/>
            <a:endParaRPr lang="en-US" sz="1267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9665217-A9AC-9BD1-A0F6-6BDC2E955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8"/>
          <a:stretch/>
        </p:blipFill>
        <p:spPr>
          <a:xfrm>
            <a:off x="179613" y="3164455"/>
            <a:ext cx="4332425" cy="1884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561A7-7501-37A9-23A4-28CBCDAB5EFD}"/>
              </a:ext>
            </a:extLst>
          </p:cNvPr>
          <p:cNvSpPr txBox="1"/>
          <p:nvPr/>
        </p:nvSpPr>
        <p:spPr>
          <a:xfrm>
            <a:off x="4791986" y="3561373"/>
            <a:ext cx="4150631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hlinkClick r:id="rId3" tooltip="https://drgona.github.io/NeuralDAEs/"/>
              </a:rPr>
              <a:t>drgona.github.io/</a:t>
            </a:r>
            <a:r>
              <a:rPr lang="en-US" sz="1600" dirty="0" err="1">
                <a:hlinkClick r:id="rId3" tooltip="https://drgona.github.io/NeuralDAEs/"/>
              </a:rPr>
              <a:t>NeuralDAEs</a:t>
            </a:r>
            <a:r>
              <a:rPr lang="en-US" sz="1600" dirty="0">
                <a:hlinkClick r:id="rId3" tooltip="https://drgona.github.io/NeuralDAEs/"/>
              </a:rPr>
              <a:t>/</a:t>
            </a:r>
            <a:endParaRPr lang="en-US" sz="1600" dirty="0">
              <a:hlinkClick r:id="rId4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hlinkClick r:id="rId5"/>
              </a:rPr>
              <a:t>sciml-l4dc2026.github.io/SciML-L4DC2026/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hlinkClick r:id="rId6"/>
              </a:rPr>
              <a:t>https://solaris-jhu.github.io/solaris-website/</a:t>
            </a:r>
            <a:r>
              <a:rPr lang="en-US" sz="1600" dirty="0"/>
              <a:t>  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hlinkClick r:id="rId7"/>
              </a:rPr>
              <a:t>jdrgona1@jh.edu</a:t>
            </a:r>
            <a:r>
              <a:rPr lang="en-US" sz="1600" dirty="0"/>
              <a:t> 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6C8F091-D68B-55AE-C39D-20426B12B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069" y="62672"/>
            <a:ext cx="1814874" cy="82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29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P Presentation Theme - Simple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" id="{1E469E75-DA06-4CBB-9411-E7C4703B5D38}" vid="{1DA3CB7E-C32A-49A7-98EB-D75F62038548}"/>
    </a:ext>
  </a:extLst>
</a:theme>
</file>

<file path=ppt/theme/theme2.xml><?xml version="1.0" encoding="utf-8"?>
<a:theme xmlns:a="http://schemas.openxmlformats.org/drawingml/2006/main" name="1_EP Presentation Theme - Fancy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" id="{1E469E75-DA06-4CBB-9411-E7C4703B5D38}" vid="{4ACD9E1F-F7BA-4DD0-8386-01C6CAF66E67}"/>
    </a:ext>
  </a:extLst>
</a:theme>
</file>

<file path=ppt/theme/theme3.xml><?xml version="1.0" encoding="utf-8"?>
<a:theme xmlns:a="http://schemas.openxmlformats.org/drawingml/2006/main" name="2_EP Presentation Theme - Special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" id="{1E469E75-DA06-4CBB-9411-E7C4703B5D38}" vid="{B8BE566C-E38C-42A4-8497-C5271E1B54D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68931df-3f45-4445-be76-105235143e52">
      <UserInfo>
        <DisplayName>CLDT Members</DisplayName>
        <AccountId>7</AccountId>
        <AccountType/>
      </UserInfo>
      <UserInfo>
        <DisplayName>Leonid Felikson</DisplayName>
        <AccountId>722</AccountId>
        <AccountType/>
      </UserInfo>
      <UserInfo>
        <DisplayName>Michelle Nguyen</DisplayName>
        <AccountId>3986</AccountId>
        <AccountType/>
      </UserInfo>
      <UserInfo>
        <DisplayName>Natalie Wang</DisplayName>
        <AccountId>7948</AccountId>
        <AccountType/>
      </UserInfo>
      <UserInfo>
        <DisplayName>Danielle Lynd</DisplayName>
        <AccountId>4194</AccountId>
        <AccountType/>
      </UserInfo>
      <UserInfo>
        <DisplayName>Chongyu Qu</DisplayName>
        <AccountId>4616</AccountId>
        <AccountType/>
      </UserInfo>
      <UserInfo>
        <DisplayName>Astrid Santiago</DisplayName>
        <AccountId>10364</AccountId>
        <AccountType/>
      </UserInfo>
    </SharedWithUsers>
    <lcf76f155ced4ddcb4097134ff3c332f xmlns="e3b5c32c-df6c-443f-b08b-73d85d62f2b5">
      <Terms xmlns="http://schemas.microsoft.com/office/infopath/2007/PartnerControls"/>
    </lcf76f155ced4ddcb4097134ff3c332f>
    <TaxCatchAll xmlns="168931df-3f45-4445-be76-105235143e52" xsi:nil="true"/>
    <Tag xmlns="e3b5c32c-df6c-443f-b08b-73d85d62f2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1B81209776AF40B8AAD3C366C78D42" ma:contentTypeVersion="19" ma:contentTypeDescription="Create a new document." ma:contentTypeScope="" ma:versionID="fbb3406e25de908b5a868738d5cb1834">
  <xsd:schema xmlns:xsd="http://www.w3.org/2001/XMLSchema" xmlns:xs="http://www.w3.org/2001/XMLSchema" xmlns:p="http://schemas.microsoft.com/office/2006/metadata/properties" xmlns:ns2="e3b5c32c-df6c-443f-b08b-73d85d62f2b5" xmlns:ns3="168931df-3f45-4445-be76-105235143e52" targetNamespace="http://schemas.microsoft.com/office/2006/metadata/properties" ma:root="true" ma:fieldsID="a51a2fd210533027d0c682d7a8bd76c2" ns2:_="" ns3:_="">
    <xsd:import namespace="e3b5c32c-df6c-443f-b08b-73d85d62f2b5"/>
    <xsd:import namespace="168931df-3f45-4445-be76-105235143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5c32c-df6c-443f-b08b-73d85d62f2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3f7c956-802a-45ac-b2ba-cc7850678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" ma:index="26" nillable="true" ma:displayName="Tag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931df-3f45-4445-be76-105235143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5244521-1179-49f0-ac58-4256886de161}" ma:internalName="TaxCatchAll" ma:showField="CatchAllData" ma:web="168931df-3f45-4445-be76-105235143e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8F7E09-D485-4407-984B-97D2EA2C8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A04465-0014-4D33-ABA2-D6924F11FEE0}">
  <ds:schemaRefs>
    <ds:schemaRef ds:uri="http://purl.org/dc/elements/1.1/"/>
    <ds:schemaRef ds:uri="http://schemas.microsoft.com/office/2006/documentManagement/types"/>
    <ds:schemaRef ds:uri="168931df-3f45-4445-be76-105235143e52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e3b5c32c-df6c-443f-b08b-73d85d62f2b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0C1DF4-4B0B-4532-AD5E-FC8A9D25A0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5c32c-df6c-443f-b08b-73d85d62f2b5"/>
    <ds:schemaRef ds:uri="168931df-3f45-4445-be76-105235143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Intro_slides_Drgona</Template>
  <TotalTime>3464</TotalTime>
  <Words>845</Words>
  <Application>Microsoft Office PowerPoint</Application>
  <PresentationFormat>On-screen Show (16:9)</PresentationFormat>
  <Paragraphs>108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Courier New</vt:lpstr>
      <vt:lpstr>Roboto</vt:lpstr>
      <vt:lpstr>Source Sans Pro</vt:lpstr>
      <vt:lpstr>Source Serif Pro</vt:lpstr>
      <vt:lpstr>Tahoma</vt:lpstr>
      <vt:lpstr>Times New Roman</vt:lpstr>
      <vt:lpstr>Wingdings</vt:lpstr>
      <vt:lpstr>EP Presentation Theme - Simple</vt:lpstr>
      <vt:lpstr>1_EP Presentation Theme - Fancy</vt:lpstr>
      <vt:lpstr>2_EP Presentation Theme - Special</vt:lpstr>
      <vt:lpstr>Learning Neural Differential Algebraic Equations via Operator Splitting</vt:lpstr>
      <vt:lpstr>Applications of Neural Differential Equations (NDEs)</vt:lpstr>
      <vt:lpstr>Neural Ordinary Differential Equations (NODEs) for System Identification</vt:lpstr>
      <vt:lpstr>Differentiating Through the ODE Solver</vt:lpstr>
      <vt:lpstr>Neural Differential Algebraic Equations (NDAEs) Problem Formulation</vt:lpstr>
      <vt:lpstr>Neural Differential Algebraic Equations (NDAEs) Problem Formulation</vt:lpstr>
      <vt:lpstr>Learning Neural Differential Algebraic Equations via Operator Splitting</vt:lpstr>
      <vt:lpstr>Tank-Manifold Pump Modeling Problem</vt:lpstr>
      <vt:lpstr>Tank Network Modeling Problem</vt:lpstr>
      <vt:lpstr>Co-Authors of Learning Neural Differential Algebraic Equations via Operator Splitting</vt:lpstr>
      <vt:lpstr>Prior and Recent Related Works</vt:lpstr>
      <vt:lpstr>NeuroMANCER Scientific Machine Learning Library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Machine Learning for Modeling, Optimization, and Control</dc:title>
  <dc:creator>Drgona, Jan</dc:creator>
  <cp:lastModifiedBy>Jan Drgona</cp:lastModifiedBy>
  <cp:revision>129</cp:revision>
  <dcterms:created xsi:type="dcterms:W3CDTF">2024-09-05T00:30:18Z</dcterms:created>
  <dcterms:modified xsi:type="dcterms:W3CDTF">2026-10-21T19:41:43Z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0x010100681B81209776AF40B8AAD3C366C78D42</vt:lpwstr>
  </property>
  <property fmtid="{D5CDD505-2E9C-101B-9397-08002B2CF9AE}" pid="3" name="MediaServiceImageTags">
    <vt:lpwstr/>
  </property>
</Properties>
</file>